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7" r:id="rId4"/>
    <p:sldId id="271" r:id="rId5"/>
    <p:sldId id="258" r:id="rId6"/>
    <p:sldId id="272" r:id="rId7"/>
    <p:sldId id="273" r:id="rId8"/>
    <p:sldId id="274" r:id="rId9"/>
    <p:sldId id="275" r:id="rId10"/>
    <p:sldId id="276" r:id="rId11"/>
    <p:sldId id="259" r:id="rId12"/>
    <p:sldId id="277" r:id="rId13"/>
    <p:sldId id="278" r:id="rId14"/>
    <p:sldId id="279" r:id="rId15"/>
    <p:sldId id="280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14jFXTrCmS0u2hXQXGuC3zsn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8960"/>
  </p:normalViewPr>
  <p:slideViewPr>
    <p:cSldViewPr snapToGrid="0">
      <p:cViewPr varScale="1">
        <p:scale>
          <a:sx n="64" d="100"/>
          <a:sy n="64" d="100"/>
        </p:scale>
        <p:origin x="18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customschemas.google.com/relationships/presentationmetadata" Target="metadata"/><Relationship Id="rId10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am Ryan Pelchat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4th year Computer Science Student with a Specialization in Software Development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am taking EECS 4070 which is a self directed course. The direction that I chose is to conduct a workshops on competitive programming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Last year I was on the ICPC team and we competed at the University of Windsor, it was a lot of fun! Challenging problems, a fun train ride, and free food.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my free time I like to read and tinker with software and hardware.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host a </a:t>
            </a:r>
            <a:r>
              <a:rPr lang="en-US" dirty="0" err="1"/>
              <a:t>Jellyfin</a:t>
            </a:r>
            <a:r>
              <a:rPr lang="en-US" dirty="0"/>
              <a:t> server on an old laptop on my local network and I remote access it using a </a:t>
            </a:r>
            <a:r>
              <a:rPr lang="en-US" dirty="0" err="1"/>
              <a:t>Wireguard</a:t>
            </a:r>
            <a:r>
              <a:rPr lang="en-US" dirty="0"/>
              <a:t> VPN that I host on a raspberry pi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am on the 6th book of The Expanse series.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893FAE46-E491-034C-A754-FD02F4E3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4C5CDA53-A1A2-81D2-CE88-DC5083C3A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F835679E-98FF-6C5A-A6F3-F00775A6E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F55CABEC-49FE-1016-F0EB-31B57F3603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5721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Problem Reviews with Ben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Workshop with me</a:t>
            </a:r>
            <a:endParaRPr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Focused on theory, most of the code libraries will be up to you (I will give tips from time to time)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Suggested practice problems relating to the workshop given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If you have a question, raise your hand anytime!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06DFA6A0-3947-AA67-F266-96226092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E51A521C-0C89-EB71-C2D4-6F24E714F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5410F156-80FA-F677-5709-4AD389230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FCEE8AB4-2711-C61A-0437-808798BD72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178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D4F45970-5B04-C3F6-9AB7-E0FFF669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B413842-9693-CBD8-619A-02D6558F4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4A30221B-7536-7B4C-11C0-A4E74AEE2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836411AA-4B20-61C8-B8EC-FBD33B0900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279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3D34F09B-C396-4898-0F32-162FFF3A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8814331F-70C1-DB07-8D4B-20B2C5152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2487DF60-19BF-11DD-56EF-86A715890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D1C411F8-C065-8731-2B35-4AC93EA82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028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E46DB1BF-85A3-20E6-B25B-FE1C77A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EBD81629-4669-5797-5B8C-738FD71D7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449B5AF1-1BD6-CEBC-AFA1-990159848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17329D10-5BB5-9301-48D2-6D23B492A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5981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A60DD47C-573E-39A6-24D1-6392D256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64E6204D-8C5B-EBB4-C93F-31F67845B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E64B7CE0-31A1-04CC-91C2-F6E4354A3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8D5B9F39-79A3-48AC-BD2D-959EA57E70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9098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4946a55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7c4946a550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7c4946a550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49F4FECC-F482-A585-4B4B-9C9C46E9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9022D829-8652-7A9E-02FE-7632CC195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9D300CD3-26F9-2E68-F11E-D6E24CC7A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4CB88E39-8025-82B9-7249-1E1E8C4039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402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377F4C08-3675-3C57-2628-6319B455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5F0B6C1D-13A8-13A8-D5B5-DB8BCF573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73E30826-D58C-DE29-3353-B4658F9EA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C865E3B4-9A98-1532-3CE5-5C1655568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661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F241A1EC-E119-10AE-A1EB-976CDF32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6408EA1B-D7C3-10F3-7A9C-B4F355387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811E8626-1CA1-6D90-E102-9216FC995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411B8889-08F2-B15E-3435-B040817503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5944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D91D1EDB-A1A4-FC85-FCB1-6C43A993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71834F05-C8B6-AD6F-6088-B05519824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C733AEF8-7B9A-D2BE-1B84-9FFB1FE4C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E16B383A-5A9D-2A96-2B19-E859D13489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786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katti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.cs.toronto.edu/~csc148h/notes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dirty="0"/>
              <a:t>ICPC Bootcamp</a:t>
            </a:r>
            <a:endParaRPr dirty="0"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Introduction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CA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What is ICPC?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CA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Format of this Bootcamp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CA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Roadmap of this Bootcamp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CA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How to be successful in ICPC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CA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Let’s get to know each other!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2231136" y="347175"/>
            <a:ext cx="7729728" cy="662227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Ryan Pelchat</a:t>
            </a:r>
            <a:endParaRPr/>
          </a:p>
        </p:txBody>
      </p:sp>
      <p:pic>
        <p:nvPicPr>
          <p:cNvPr id="111" name="Google Shape;111;p2" title="team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121" y="1094630"/>
            <a:ext cx="3970227" cy="297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title="IMG_209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60" y="1176901"/>
            <a:ext cx="1802876" cy="24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 title="IMG_2082.jpeg"/>
          <p:cNvPicPr preferRelativeResize="0"/>
          <p:nvPr/>
        </p:nvPicPr>
        <p:blipFill rotWithShape="1">
          <a:blip r:embed="rId5">
            <a:alphaModFix/>
          </a:blip>
          <a:srcRect t="22082" b="23096"/>
          <a:stretch/>
        </p:blipFill>
        <p:spPr>
          <a:xfrm>
            <a:off x="141725" y="3748250"/>
            <a:ext cx="3970222" cy="290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06687" y="3748262"/>
            <a:ext cx="1400349" cy="140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36588" y="5309873"/>
            <a:ext cx="1340525" cy="13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317" y="4473431"/>
            <a:ext cx="3237837" cy="2012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title="IMG_8343.jpeg"/>
          <p:cNvPicPr preferRelativeResize="0"/>
          <p:nvPr/>
        </p:nvPicPr>
        <p:blipFill rotWithShape="1">
          <a:blip r:embed="rId9">
            <a:alphaModFix/>
          </a:blip>
          <a:srcRect t="21436" b="8235"/>
          <a:stretch/>
        </p:blipFill>
        <p:spPr>
          <a:xfrm>
            <a:off x="8933889" y="5279963"/>
            <a:ext cx="1493311" cy="140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 title="IMG_8344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5319" y="4389422"/>
            <a:ext cx="2482775" cy="573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05A831-C964-7E52-1AB9-33419EF61D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0543" y="1756016"/>
            <a:ext cx="2932288" cy="1649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4B93380E-0C86-CCF2-E90D-558C0FE3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9CB88458-F43D-C270-C7AA-C1097630E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What is ICPC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E54DE88-C2A3-9064-E11C-87C362776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ICPC is the International Collegiate Programming Competition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Teams of 3 have 5 hours to solve 13 problems and 1 computer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All the paper that you can bring, no internet allowed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Secret tests, time penalty if you submit a wrong solution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Covers wide breadth of Computer Science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Requires: Teamwork, Knowledge, and Practice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Why?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Greater mastery of programming and Computer Science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Help you with coding based interviews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It’s fun!</a:t>
            </a:r>
          </a:p>
          <a:p>
            <a:pPr indent="-355600">
              <a:spcBef>
                <a:spcPts val="0"/>
              </a:spcBef>
              <a:buSzPts val="2000"/>
            </a:pPr>
            <a:endParaRPr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7FD6D3-DEEB-24AE-FE21-A085FA60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75" y="4330879"/>
            <a:ext cx="30734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4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728" cy="662227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Format</a:t>
            </a:r>
            <a:endParaRPr dirty="0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754350" y="4024613"/>
            <a:ext cx="10683300" cy="172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will be using Kattis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Sign up for Kattis (</a:t>
            </a: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https://open.kattis.com/</a:t>
            </a:r>
            <a:r>
              <a:rPr lang="en-US" sz="2000" dirty="0"/>
              <a:t>)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We will be using </a:t>
            </a:r>
            <a:r>
              <a:rPr lang="en-US" sz="2200" dirty="0" err="1"/>
              <a:t>eclass</a:t>
            </a:r>
            <a:r>
              <a:rPr lang="en-US" sz="2200" dirty="0"/>
              <a:t>,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please upload your solutions after the practice contest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Readings for the next day</a:t>
            </a:r>
            <a:endParaRPr sz="2000" dirty="0"/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2231100" y="5920100"/>
            <a:ext cx="7729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If you have a question, raise your hand anytime!</a:t>
            </a:r>
            <a:endParaRPr sz="27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849ECE-7C4B-BD6A-BBE5-E36770CA4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732147"/>
              </p:ext>
            </p:extLst>
          </p:nvPr>
        </p:nvGraphicFramePr>
        <p:xfrm>
          <a:off x="1633729" y="1271451"/>
          <a:ext cx="8127999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41475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153427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70800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30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1h30min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Discussion of previous day’s contest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23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1h30min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97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12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Practice Contest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112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0459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D9097472-E0CD-7B50-F588-8036947C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3578D9E9-27B8-F303-0E63-49C28A5C28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Roadmap for this Week Day 1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06EBE881-06D5-F908-50F9-04827DAEF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28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400" dirty="0"/>
              <a:t>Day 1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1.3.3 Introduction to Algorithm Analysis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2.2 Linear DS with Built-in Libraries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2.2.1 Array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2.2.3 Bitmask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2.2.5 Linked Data Structures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2.3 Non-Linear DS with Built-in Libraries 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2.3.1 Binary Heap (Priority Queue)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2.3.2 Hash Table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2.3.3 Balanced Binary Search Tree (</a:t>
            </a:r>
            <a:r>
              <a:rPr lang="en-US" sz="2000" dirty="0" err="1"/>
              <a:t>bBST</a:t>
            </a:r>
            <a:r>
              <a:rPr lang="en-US" sz="2000" dirty="0"/>
              <a:t>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2.4 DS with Our Own Libraries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2.4.1 Graph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2.4.2 Union-Find Disjoint Sets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2.4.3 Fenwick (Binary Indexed) Tree</a:t>
            </a:r>
          </a:p>
        </p:txBody>
      </p:sp>
    </p:spTree>
    <p:extLst>
      <p:ext uri="{BB962C8B-B14F-4D97-AF65-F5344CB8AC3E}">
        <p14:creationId xmlns:p14="http://schemas.microsoft.com/office/powerpoint/2010/main" val="1661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F4B56BA0-5666-3EC6-22EB-20897314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EB63E154-839A-08CA-1792-4A17F78F5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Roadmap for this Week Day 2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2492F818-89AB-4535-E02C-EB9E29538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Day 2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3.2 Complete Search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3.2.1 Iterative Complete Search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3.2.2 Recursive Complete Search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3.2.3 Complete Search Tips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3.3 Divide and Conquer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3.3.2 Ternary Search</a:t>
            </a:r>
          </a:p>
        </p:txBody>
      </p:sp>
    </p:spTree>
    <p:extLst>
      <p:ext uri="{BB962C8B-B14F-4D97-AF65-F5344CB8AC3E}">
        <p14:creationId xmlns:p14="http://schemas.microsoft.com/office/powerpoint/2010/main" val="103382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430C5FAE-EDF5-A3FB-4C72-F9D4B29C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028D74A8-FBCE-7C6F-7C00-F4DE0DDEA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Roadmap for this Week Day 3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250BA577-F3CA-17B6-DE5D-964B4205D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Day 3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3.4 Greedy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3.4.1 Examples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3.5 Dynamic Programming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3.5.1 DP Illustration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3.5.2 Classical Examples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3.5.3 Non-Classical Examples</a:t>
            </a:r>
          </a:p>
        </p:txBody>
      </p:sp>
    </p:spTree>
    <p:extLst>
      <p:ext uri="{BB962C8B-B14F-4D97-AF65-F5344CB8AC3E}">
        <p14:creationId xmlns:p14="http://schemas.microsoft.com/office/powerpoint/2010/main" val="12890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4AE2A54-68E6-6D6C-12D8-4F005E4E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71CF85AC-34BD-F039-8690-61BE8E73A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Roadmap for this Week Day 4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C07858F7-30F0-1EBF-9568-84F4A9658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Day 4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4.2 Graph Traversal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4.2.2 Depth First Search (DFS)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4.2.3 Breadth First Search (BFS)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4.2.5 Flood Fill (Implicit 2D Grid Graph)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4.3 Minimum Spanning Tree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4.3.1 Overview and Motivation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4.3.2 Kruskal’s Algorithm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4.4 Single-Source Shortest Paths (SSSP)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4.4.1 Overview and Motivation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4.4.3 On Weighted Graph: Dijkstra’s</a:t>
            </a:r>
          </a:p>
        </p:txBody>
      </p:sp>
    </p:spTree>
    <p:extLst>
      <p:ext uri="{BB962C8B-B14F-4D97-AF65-F5344CB8AC3E}">
        <p14:creationId xmlns:p14="http://schemas.microsoft.com/office/powerpoint/2010/main" val="73105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C4966DDA-0DCA-25AA-0631-DC89B138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8FB8E00A-4141-7771-E811-79D4EE4B0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Roadmap for this Week Day 5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D6C3148-5D93-6F91-BEFB-BA8F4783B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Day 5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5.3 Number Theory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5.3.1 Prime Numbers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5.3.3 Finding Prime Factors with Optimized Trial Divisions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/>
              <a:t>5.3.6 </a:t>
            </a:r>
            <a:r>
              <a:rPr lang="en-US" sz="1800" dirty="0"/>
              <a:t>Greatest Common Divisor &amp; Least Common Multiple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5.3.9 Modular Arithmetic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7.2 Basic Geometry Objects with Libraries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7.2.1 0D Objects: Points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7.2.2 1D Objects: Lines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7.2.3 2D Objects: Circles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7.2.4 2D Objects: Triangles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7.2.5 2D Objects: Quadrilaterals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7.3 Algorithms on Polygon with Libraries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7.3.1 Polygon Representation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7.3.3 Area of a Polygon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7.3.4 Checking if a Polygon is Convex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7.3.5 Checking if a Point is Inside a Polygon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7.3.6 Cutting Polygon with a Straight Line</a:t>
            </a:r>
          </a:p>
        </p:txBody>
      </p:sp>
    </p:spTree>
    <p:extLst>
      <p:ext uri="{BB962C8B-B14F-4D97-AF65-F5344CB8AC3E}">
        <p14:creationId xmlns:p14="http://schemas.microsoft.com/office/powerpoint/2010/main" val="122737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c4946a550_0_9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34" name="Google Shape;134;g37c4946a550_0_9"/>
          <p:cNvSpPr txBox="1">
            <a:spLocks noGrp="1"/>
          </p:cNvSpPr>
          <p:nvPr>
            <p:ph type="body" idx="1"/>
          </p:nvPr>
        </p:nvSpPr>
        <p:spPr>
          <a:xfrm>
            <a:off x="1551215" y="1053548"/>
            <a:ext cx="9716007" cy="1632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000" dirty="0"/>
              <a:t>Competitive Programming, 1 &amp; 2, 4th Edition Steven Halim, Felix Halim, </a:t>
            </a:r>
            <a:r>
              <a:rPr lang="en-US" sz="2000" dirty="0" err="1"/>
              <a:t>Suhendry</a:t>
            </a:r>
            <a:r>
              <a:rPr lang="en-US" sz="2000" dirty="0"/>
              <a:t> Effendy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Zelle J. - Python Programming An Introduction to Computer Science, 3rd Edition - 2017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/>
              <a:t>Eclass</a:t>
            </a:r>
            <a:endParaRPr lang="en-US" sz="2000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/>
              <a:t>CSC148 from </a:t>
            </a:r>
            <a:r>
              <a:rPr lang="en-US" sz="2000" dirty="0" err="1"/>
              <a:t>UofT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https://www.teach.cs.toronto.edu/~csc148h/notes/index.html</a:t>
            </a:r>
            <a:endParaRPr lang="en-US" sz="2000" dirty="0"/>
          </a:p>
        </p:txBody>
      </p:sp>
      <p:pic>
        <p:nvPicPr>
          <p:cNvPr id="135" name="Google Shape;135;g37c4946a550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74" y="2849211"/>
            <a:ext cx="3067799" cy="378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3;g37c4946a550_0_123">
            <a:extLst>
              <a:ext uri="{FF2B5EF4-FFF2-40B4-BE49-F238E27FC236}">
                <a16:creationId xmlns:a16="http://schemas.microsoft.com/office/drawing/2014/main" id="{558DBCA2-6B58-636E-20CE-C62BF684F4F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9422" y="2846841"/>
            <a:ext cx="3067800" cy="378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42178FC-1655-6365-A4E5-4990135D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80AF7BA-75BE-0CE6-2EA7-79E38AFB4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CA" dirty="0"/>
              <a:t>How to be successful in ICPC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33084277-67A1-54AF-06FF-6932AC385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1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Theory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 CP4 textbook as a roadmap of the skills required in ICPC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 many resources to learn!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Data Structures, Algorithms textbooks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Lectures from other universities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Practice!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Do problems in CP4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 err="1"/>
              <a:t>Leetcode</a:t>
            </a:r>
            <a:r>
              <a:rPr lang="en-US" sz="1800" dirty="0"/>
              <a:t> helps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 err="1"/>
              <a:t>Codeforces</a:t>
            </a:r>
            <a:r>
              <a:rPr lang="en-US" sz="1800" dirty="0"/>
              <a:t>,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UVa (https://</a:t>
            </a:r>
            <a:r>
              <a:rPr lang="en-US" sz="1800" dirty="0" err="1"/>
              <a:t>onlinejudge.org</a:t>
            </a:r>
            <a:r>
              <a:rPr lang="en-US" sz="1800" dirty="0"/>
              <a:t>/)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Kattis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Teamwork!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Split the work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Practice together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Strategize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Pair programming</a:t>
            </a:r>
          </a:p>
        </p:txBody>
      </p:sp>
    </p:spTree>
    <p:extLst>
      <p:ext uri="{BB962C8B-B14F-4D97-AF65-F5344CB8AC3E}">
        <p14:creationId xmlns:p14="http://schemas.microsoft.com/office/powerpoint/2010/main" val="14456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9A286D5-85F5-4DB7-2704-962BD295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DDD4AB3C-4365-5A58-F634-4E1424F8A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CA" dirty="0"/>
              <a:t>Example Strategy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E954E1AD-BC43-B9DD-5732-B341D9859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1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Start: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Every member reads different problems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Rank each problem, Easy, Medium, Hard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Easy -&gt; confident can solve on your own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Medium -&gt; somewhat confident, need someone to talk it through, maybe pair program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Hard -&gt; might need all 3 members, unsure, keep for last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Classify the problem type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Dynamic Programming, Minimum Spanning Tree, Binary Search,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This is to be able to refer problems to each other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Interrupt: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While reading, if a member ranks an easy, attempt to solve it right away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dirty="0"/>
              <a:t>Computer Usage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First solve on paper to verify your solution, unless it is an easy and no one is at the computer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Have 2 signs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“quick test/print” for tasks under 1 minute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“ready to code” for longer coding tasks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This allows the person at the computer to dictate when they stop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dirty="0"/>
              <a:t>For a quick second or if they are not making progress (debugging and back to paper solving)</a:t>
            </a:r>
          </a:p>
          <a:p>
            <a:pPr indent="-355600">
              <a:spcBef>
                <a:spcPts val="0"/>
              </a:spcBef>
              <a:buSzPts val="2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93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003F8543-40B4-FE85-06D9-BE615199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6F27D320-6036-F979-FED9-021BCA078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CA" dirty="0"/>
              <a:t>Let’s get to know each other!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59725688-9AEE-6781-11C2-EF9AAA4A4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1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5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8986384-6F34-389D-D626-F5B13B91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49AE5078-8531-0BE7-A41B-0B9E82400E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E77B6E43-43E0-BA28-4A72-CAD2F882C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521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1090</Words>
  <Application>Microsoft Macintosh PowerPoint</Application>
  <PresentationFormat>Widescreen</PresentationFormat>
  <Paragraphs>192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Gill Sans</vt:lpstr>
      <vt:lpstr>Arial</vt:lpstr>
      <vt:lpstr>Parcel</vt:lpstr>
      <vt:lpstr>Parcel</vt:lpstr>
      <vt:lpstr>ICPC Bootcamp</vt:lpstr>
      <vt:lpstr>Ryan Pelchat</vt:lpstr>
      <vt:lpstr>What is ICPC</vt:lpstr>
      <vt:lpstr>Format</vt:lpstr>
      <vt:lpstr>Roadmap for this Week Day 1</vt:lpstr>
      <vt:lpstr>Roadmap for this Week Day 2</vt:lpstr>
      <vt:lpstr>Roadmap for this Week Day 3</vt:lpstr>
      <vt:lpstr>Roadmap for this Week Day 4</vt:lpstr>
      <vt:lpstr>Roadmap for this Week Day 5</vt:lpstr>
      <vt:lpstr>Resources</vt:lpstr>
      <vt:lpstr>How to be successful in ICPC</vt:lpstr>
      <vt:lpstr>Example Strategy</vt:lpstr>
      <vt:lpstr>Let’s get to know each other!</vt:lpstr>
      <vt:lpstr>Template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Pelchat</dc:creator>
  <cp:lastModifiedBy>Ryan Pelchat</cp:lastModifiedBy>
  <cp:revision>12</cp:revision>
  <dcterms:created xsi:type="dcterms:W3CDTF">2025-09-06T15:13:09Z</dcterms:created>
  <dcterms:modified xsi:type="dcterms:W3CDTF">2026-08-17T14:53:24Z</dcterms:modified>
</cp:coreProperties>
</file>