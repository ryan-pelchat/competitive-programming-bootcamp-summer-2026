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metadata" ContentType="application/binary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48" r:id="rId1"/>
    <p:sldMasterId id="2147483650" r:id="rId2"/>
  </p:sldMasterIdLst>
  <p:notesMasterIdLst>
    <p:notesMasterId r:id="rId27"/>
  </p:notesMasterIdLst>
  <p:sldIdLst>
    <p:sldId id="256" r:id="rId3"/>
    <p:sldId id="257" r:id="rId4"/>
    <p:sldId id="271" r:id="rId5"/>
    <p:sldId id="258" r:id="rId6"/>
    <p:sldId id="272" r:id="rId7"/>
    <p:sldId id="273" r:id="rId8"/>
    <p:sldId id="274" r:id="rId9"/>
    <p:sldId id="275" r:id="rId10"/>
    <p:sldId id="276" r:id="rId11"/>
    <p:sldId id="259" r:id="rId12"/>
    <p:sldId id="277" r:id="rId13"/>
    <p:sldId id="278" r:id="rId14"/>
    <p:sldId id="279" r:id="rId15"/>
    <p:sldId id="280" r:id="rId16"/>
    <p:sldId id="261" r:id="rId17"/>
    <p:sldId id="262" r:id="rId18"/>
    <p:sldId id="263" r:id="rId19"/>
    <p:sldId id="264" r:id="rId20"/>
    <p:sldId id="265" r:id="rId21"/>
    <p:sldId id="266" r:id="rId22"/>
    <p:sldId id="267" r:id="rId23"/>
    <p:sldId id="268" r:id="rId24"/>
    <p:sldId id="269" r:id="rId25"/>
    <p:sldId id="270" r:id="rId26"/>
  </p:sldIdLst>
  <p:sldSz cx="12192000" cy="6858000"/>
  <p:notesSz cx="6858000" cy="9144000"/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/>
    </p:ext>
    <p:ext uri="GoogleSlidesCustomDataVersion2">
      <go:slidesCustomData xmlns="" xmlns:mc="http://schemas.openxmlformats.org/markup-compatibility/2006" xmlns:mv="urn:schemas-microsoft-com:mac:vml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xmlns:go="http://customooxmlschemas.google.com/" r:id="rId28" roundtripDataSignature="AMtx7mi14jFXTrCmS0u2hXQXGuC3zsnMBA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23950"/>
    <p:restoredTop sz="81136"/>
  </p:normalViewPr>
  <p:slideViewPr>
    <p:cSldViewPr snapToGrid="0">
      <p:cViewPr varScale="1">
        <p:scale>
          <a:sx n="64" d="100"/>
          <a:sy n="64" d="100"/>
        </p:scale>
        <p:origin x="184" y="148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6.xml"/><Relationship Id="rId13" Type="http://schemas.openxmlformats.org/officeDocument/2006/relationships/slide" Target="slides/slide11.xml"/><Relationship Id="rId18" Type="http://schemas.openxmlformats.org/officeDocument/2006/relationships/slide" Target="slides/slide16.xml"/><Relationship Id="rId26" Type="http://schemas.openxmlformats.org/officeDocument/2006/relationships/slide" Target="slides/slide24.xml"/><Relationship Id="rId3" Type="http://schemas.openxmlformats.org/officeDocument/2006/relationships/slide" Target="slides/slide1.xml"/><Relationship Id="rId21" Type="http://schemas.openxmlformats.org/officeDocument/2006/relationships/slide" Target="slides/slide19.xml"/><Relationship Id="rId7" Type="http://schemas.openxmlformats.org/officeDocument/2006/relationships/slide" Target="slides/slide5.xml"/><Relationship Id="rId12" Type="http://schemas.openxmlformats.org/officeDocument/2006/relationships/slide" Target="slides/slide10.xml"/><Relationship Id="rId17" Type="http://schemas.openxmlformats.org/officeDocument/2006/relationships/slide" Target="slides/slide15.xml"/><Relationship Id="rId25" Type="http://schemas.openxmlformats.org/officeDocument/2006/relationships/slide" Target="slides/slide23.xml"/><Relationship Id="rId2" Type="http://schemas.openxmlformats.org/officeDocument/2006/relationships/slideMaster" Target="slideMasters/slideMaster2.xml"/><Relationship Id="rId16" Type="http://schemas.openxmlformats.org/officeDocument/2006/relationships/slide" Target="slides/slide14.xml"/><Relationship Id="rId20" Type="http://schemas.openxmlformats.org/officeDocument/2006/relationships/slide" Target="slides/slide18.xml"/><Relationship Id="rId29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4.xml"/><Relationship Id="rId11" Type="http://schemas.openxmlformats.org/officeDocument/2006/relationships/slide" Target="slides/slide9.xml"/><Relationship Id="rId24" Type="http://schemas.openxmlformats.org/officeDocument/2006/relationships/slide" Target="slides/slide22.xml"/><Relationship Id="rId32" Type="http://schemas.openxmlformats.org/officeDocument/2006/relationships/tableStyles" Target="tableStyles.xml"/><Relationship Id="rId5" Type="http://schemas.openxmlformats.org/officeDocument/2006/relationships/slide" Target="slides/slide3.xml"/><Relationship Id="rId15" Type="http://schemas.openxmlformats.org/officeDocument/2006/relationships/slide" Target="slides/slide13.xml"/><Relationship Id="rId23" Type="http://schemas.openxmlformats.org/officeDocument/2006/relationships/slide" Target="slides/slide21.xml"/><Relationship Id="rId28" Type="http://customschemas.google.com/relationships/presentationmetadata" Target="metadata"/><Relationship Id="rId10" Type="http://schemas.openxmlformats.org/officeDocument/2006/relationships/slide" Target="slides/slide8.xml"/><Relationship Id="rId19" Type="http://schemas.openxmlformats.org/officeDocument/2006/relationships/slide" Target="slides/slide17.xml"/><Relationship Id="rId31" Type="http://schemas.openxmlformats.org/officeDocument/2006/relationships/theme" Target="theme/theme1.xml"/><Relationship Id="rId4" Type="http://schemas.openxmlformats.org/officeDocument/2006/relationships/slide" Target="slides/slide2.xml"/><Relationship Id="rId9" Type="http://schemas.openxmlformats.org/officeDocument/2006/relationships/slide" Target="slides/slide7.xml"/><Relationship Id="rId14" Type="http://schemas.openxmlformats.org/officeDocument/2006/relationships/slide" Target="slides/slide12.xml"/><Relationship Id="rId22" Type="http://schemas.openxmlformats.org/officeDocument/2006/relationships/slide" Target="slides/slide20.xml"/><Relationship Id="rId27" Type="http://schemas.openxmlformats.org/officeDocument/2006/relationships/notesMaster" Target="notesMasters/notesMaster1.xml"/><Relationship Id="rId30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>
            <a:spLocks noGrp="1"/>
          </p:cNvSpPr>
          <p:nvPr>
            <p:ph type="hdr" idx="2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4" name="Google Shape;4;n"/>
          <p:cNvSpPr txBox="1">
            <a:spLocks noGrp="1"/>
          </p:cNvSpPr>
          <p:nvPr>
            <p:ph type="dt" idx="10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r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5" name="Google Shape;5;n"/>
          <p:cNvSpPr>
            <a:spLocks noGrp="1" noRot="1" noChangeAspect="1"/>
          </p:cNvSpPr>
          <p:nvPr>
            <p:ph type="sldImg" idx="3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6" name="Google Shape;6;n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7" name="Google Shape;7;n"/>
          <p:cNvSpPr txBox="1">
            <a:spLocks noGrp="1"/>
          </p:cNvSpPr>
          <p:nvPr>
            <p:ph type="ftr" idx="11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8" name="Google Shape;8;n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sz="120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freecodecamp.org/news/big-o-cheat-sheet-time-complexity-chart/" TargetMode="External"/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00" name="Google Shape;100;p1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1" name="Google Shape;101;p1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1</a:t>
            </a:fld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6" name="Google Shape;106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07" name="Google Shape;107;p2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I am Ryan Pelchat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4th year Computer Science Student with a Specialization in Software Development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I am taking EECS 4070 which is a self directed course. The direction that I chose is to conduct a workshops on competitive programming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Last year I was on the ICPC team and we competed at the University of Windsor, it was a lot of fun! Challenging problems, a fun train ride, and free food.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In my free time I like to read and tinker with software and hardware.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I host a Jellyfin server on an old laptop on my local network and I remote access it using a Wireguard VPN that I host on a raspberry pi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I am on the 6th book of The Expanse series.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8" name="Google Shape;108;p2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2</a:t>
            </a:fld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18">
          <a:extLst>
            <a:ext uri="{FF2B5EF4-FFF2-40B4-BE49-F238E27FC236}">
              <a16:creationId xmlns:a16="http://schemas.microsoft.com/office/drawing/2014/main" id="{893FAE46-E491-034C-A754-FD02F4E37DF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g37c4946a550_0_194:notes">
            <a:extLst>
              <a:ext uri="{FF2B5EF4-FFF2-40B4-BE49-F238E27FC236}">
                <a16:creationId xmlns:a16="http://schemas.microsoft.com/office/drawing/2014/main" id="{4C5CDA53-A1A2-81D2-CE88-DC5083C3AC18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220" name="Google Shape;220;g37c4946a550_0_194:notes">
            <a:extLst>
              <a:ext uri="{FF2B5EF4-FFF2-40B4-BE49-F238E27FC236}">
                <a16:creationId xmlns:a16="http://schemas.microsoft.com/office/drawing/2014/main" id="{F835679E-98FF-6C5A-A6F3-F00775A6E800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https://</a:t>
            </a:r>
            <a:r>
              <a:rPr lang="en-US" dirty="0" err="1"/>
              <a:t>wiki.python.org</a:t>
            </a:r>
            <a:r>
              <a:rPr lang="en-US" dirty="0"/>
              <a:t>/</a:t>
            </a:r>
            <a:r>
              <a:rPr lang="en-US" dirty="0" err="1"/>
              <a:t>moin</a:t>
            </a:r>
            <a:r>
              <a:rPr lang="en-US" dirty="0"/>
              <a:t>/</a:t>
            </a:r>
            <a:r>
              <a:rPr lang="en-US" dirty="0" err="1"/>
              <a:t>TimeComplexity</a:t>
            </a:r>
            <a:endParaRPr dirty="0"/>
          </a:p>
        </p:txBody>
      </p:sp>
      <p:sp>
        <p:nvSpPr>
          <p:cNvPr id="221" name="Google Shape;221;g37c4946a550_0_194:notes">
            <a:extLst>
              <a:ext uri="{FF2B5EF4-FFF2-40B4-BE49-F238E27FC236}">
                <a16:creationId xmlns:a16="http://schemas.microsoft.com/office/drawing/2014/main" id="{F55CABEC-49FE-1016-F0EB-31B57F3603D4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3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795721738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3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21" name="Google Shape;121;p3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US" dirty="0"/>
              <a:t>Problem Reviews with Ben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US" dirty="0"/>
              <a:t>Workshop with me</a:t>
            </a:r>
            <a:endParaRPr dirty="0"/>
          </a:p>
          <a:p>
            <a:pPr marL="0" lvl="0" indent="45720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US" dirty="0"/>
              <a:t>Focused on theory, most of the code libraries will be up to you (I will give tips from time to time)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US" dirty="0"/>
              <a:t>Suggested practice problems relating to the workshop given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US" dirty="0"/>
              <a:t>If you have a question, raise your hand anytime!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122" name="Google Shape;122;p3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4</a:t>
            </a:fld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18">
          <a:extLst>
            <a:ext uri="{FF2B5EF4-FFF2-40B4-BE49-F238E27FC236}">
              <a16:creationId xmlns:a16="http://schemas.microsoft.com/office/drawing/2014/main" id="{06DFA6A0-3947-AA67-F266-96226092370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g37c4946a550_0_194:notes">
            <a:extLst>
              <a:ext uri="{FF2B5EF4-FFF2-40B4-BE49-F238E27FC236}">
                <a16:creationId xmlns:a16="http://schemas.microsoft.com/office/drawing/2014/main" id="{E51A521C-0C89-EB71-C2D4-6F24E714F6C5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220" name="Google Shape;220;g37c4946a550_0_194:notes">
            <a:extLst>
              <a:ext uri="{FF2B5EF4-FFF2-40B4-BE49-F238E27FC236}">
                <a16:creationId xmlns:a16="http://schemas.microsoft.com/office/drawing/2014/main" id="{5410F156-80FA-F677-5709-4AD3892302EF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https://wiki.python.org/moin/TimeComplexity</a:t>
            </a:r>
            <a:endParaRPr/>
          </a:p>
        </p:txBody>
      </p:sp>
      <p:sp>
        <p:nvSpPr>
          <p:cNvPr id="221" name="Google Shape;221;g37c4946a550_0_194:notes">
            <a:extLst>
              <a:ext uri="{FF2B5EF4-FFF2-40B4-BE49-F238E27FC236}">
                <a16:creationId xmlns:a16="http://schemas.microsoft.com/office/drawing/2014/main" id="{FCEE8AB4-2711-C61A-0437-808798BD726A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5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66517854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18">
          <a:extLst>
            <a:ext uri="{FF2B5EF4-FFF2-40B4-BE49-F238E27FC236}">
              <a16:creationId xmlns:a16="http://schemas.microsoft.com/office/drawing/2014/main" id="{D4F45970-5B04-C3F6-9AB7-E0FFF66919D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g37c4946a550_0_194:notes">
            <a:extLst>
              <a:ext uri="{FF2B5EF4-FFF2-40B4-BE49-F238E27FC236}">
                <a16:creationId xmlns:a16="http://schemas.microsoft.com/office/drawing/2014/main" id="{FB413842-9693-CBD8-619A-02D6558F4698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220" name="Google Shape;220;g37c4946a550_0_194:notes">
            <a:extLst>
              <a:ext uri="{FF2B5EF4-FFF2-40B4-BE49-F238E27FC236}">
                <a16:creationId xmlns:a16="http://schemas.microsoft.com/office/drawing/2014/main" id="{4A30221B-7536-7B4C-11C0-A4E74AEE24CE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https://wiki.python.org/moin/TimeComplexity</a:t>
            </a:r>
            <a:endParaRPr/>
          </a:p>
        </p:txBody>
      </p:sp>
      <p:sp>
        <p:nvSpPr>
          <p:cNvPr id="221" name="Google Shape;221;g37c4946a550_0_194:notes">
            <a:extLst>
              <a:ext uri="{FF2B5EF4-FFF2-40B4-BE49-F238E27FC236}">
                <a16:creationId xmlns:a16="http://schemas.microsoft.com/office/drawing/2014/main" id="{836411AA-4B20-61C8-B8EC-FBD33B090033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6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1942798705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18">
          <a:extLst>
            <a:ext uri="{FF2B5EF4-FFF2-40B4-BE49-F238E27FC236}">
              <a16:creationId xmlns:a16="http://schemas.microsoft.com/office/drawing/2014/main" id="{3D34F09B-C396-4898-0F32-162FFF3A9C2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g37c4946a550_0_194:notes">
            <a:extLst>
              <a:ext uri="{FF2B5EF4-FFF2-40B4-BE49-F238E27FC236}">
                <a16:creationId xmlns:a16="http://schemas.microsoft.com/office/drawing/2014/main" id="{8814331F-70C1-DB07-8D4B-20B2C5152641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220" name="Google Shape;220;g37c4946a550_0_194:notes">
            <a:extLst>
              <a:ext uri="{FF2B5EF4-FFF2-40B4-BE49-F238E27FC236}">
                <a16:creationId xmlns:a16="http://schemas.microsoft.com/office/drawing/2014/main" id="{2487DF60-19BF-11DD-56EF-86A7158908F3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https://wiki.python.org/moin/TimeComplexity</a:t>
            </a:r>
            <a:endParaRPr/>
          </a:p>
        </p:txBody>
      </p:sp>
      <p:sp>
        <p:nvSpPr>
          <p:cNvPr id="221" name="Google Shape;221;g37c4946a550_0_194:notes">
            <a:extLst>
              <a:ext uri="{FF2B5EF4-FFF2-40B4-BE49-F238E27FC236}">
                <a16:creationId xmlns:a16="http://schemas.microsoft.com/office/drawing/2014/main" id="{D1C411F8-C065-8731-2B35-4AC93EA82F96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7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626028062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18">
          <a:extLst>
            <a:ext uri="{FF2B5EF4-FFF2-40B4-BE49-F238E27FC236}">
              <a16:creationId xmlns:a16="http://schemas.microsoft.com/office/drawing/2014/main" id="{E46DB1BF-85A3-20E6-B25B-FE1C77A44EF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g37c4946a550_0_194:notes">
            <a:extLst>
              <a:ext uri="{FF2B5EF4-FFF2-40B4-BE49-F238E27FC236}">
                <a16:creationId xmlns:a16="http://schemas.microsoft.com/office/drawing/2014/main" id="{EBD81629-4669-5797-5B8C-738FD71D784D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220" name="Google Shape;220;g37c4946a550_0_194:notes">
            <a:extLst>
              <a:ext uri="{FF2B5EF4-FFF2-40B4-BE49-F238E27FC236}">
                <a16:creationId xmlns:a16="http://schemas.microsoft.com/office/drawing/2014/main" id="{449B5AF1-1BD6-CEBC-AFA1-990159848C06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https://wiki.python.org/moin/TimeComplexity</a:t>
            </a:r>
            <a:endParaRPr/>
          </a:p>
        </p:txBody>
      </p:sp>
      <p:sp>
        <p:nvSpPr>
          <p:cNvPr id="221" name="Google Shape;221;g37c4946a550_0_194:notes">
            <a:extLst>
              <a:ext uri="{FF2B5EF4-FFF2-40B4-BE49-F238E27FC236}">
                <a16:creationId xmlns:a16="http://schemas.microsoft.com/office/drawing/2014/main" id="{17329D10-5BB5-9301-48D2-6D23B492AD2C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8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2325981467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18">
          <a:extLst>
            <a:ext uri="{FF2B5EF4-FFF2-40B4-BE49-F238E27FC236}">
              <a16:creationId xmlns:a16="http://schemas.microsoft.com/office/drawing/2014/main" id="{A60DD47C-573E-39A6-24D1-6392D256FF1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g37c4946a550_0_194:notes">
            <a:extLst>
              <a:ext uri="{FF2B5EF4-FFF2-40B4-BE49-F238E27FC236}">
                <a16:creationId xmlns:a16="http://schemas.microsoft.com/office/drawing/2014/main" id="{64E6204D-8C5B-EBB4-C93F-31F67845B54F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220" name="Google Shape;220;g37c4946a550_0_194:notes">
            <a:extLst>
              <a:ext uri="{FF2B5EF4-FFF2-40B4-BE49-F238E27FC236}">
                <a16:creationId xmlns:a16="http://schemas.microsoft.com/office/drawing/2014/main" id="{E64B7CE0-31A1-04CC-91C2-F6E4354A329C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https://wiki.python.org/moin/TimeComplexity</a:t>
            </a:r>
            <a:endParaRPr/>
          </a:p>
        </p:txBody>
      </p:sp>
      <p:sp>
        <p:nvSpPr>
          <p:cNvPr id="221" name="Google Shape;221;g37c4946a550_0_194:notes">
            <a:extLst>
              <a:ext uri="{FF2B5EF4-FFF2-40B4-BE49-F238E27FC236}">
                <a16:creationId xmlns:a16="http://schemas.microsoft.com/office/drawing/2014/main" id="{8D5B9F39-79A3-48AC-BD2D-959EA57E707E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9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3809098707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g37c4946a550_0_9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30" name="Google Shape;130;g37c4946a550_0_9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31" name="Google Shape;131;g37c4946a550_0_9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10</a:t>
            </a:fld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18">
          <a:extLst>
            <a:ext uri="{FF2B5EF4-FFF2-40B4-BE49-F238E27FC236}">
              <a16:creationId xmlns:a16="http://schemas.microsoft.com/office/drawing/2014/main" id="{49F4FECC-F482-A585-4B4B-9C9C46E9C7B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g37c4946a550_0_194:notes">
            <a:extLst>
              <a:ext uri="{FF2B5EF4-FFF2-40B4-BE49-F238E27FC236}">
                <a16:creationId xmlns:a16="http://schemas.microsoft.com/office/drawing/2014/main" id="{9022D829-8652-7A9E-02FE-7632CC195A66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220" name="Google Shape;220;g37c4946a550_0_194:notes">
            <a:extLst>
              <a:ext uri="{FF2B5EF4-FFF2-40B4-BE49-F238E27FC236}">
                <a16:creationId xmlns:a16="http://schemas.microsoft.com/office/drawing/2014/main" id="{9D300CD3-26F9-2E68-F11E-D6E24CC7A652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https://wiki.python.org/moin/TimeComplexity</a:t>
            </a:r>
            <a:endParaRPr/>
          </a:p>
        </p:txBody>
      </p:sp>
      <p:sp>
        <p:nvSpPr>
          <p:cNvPr id="221" name="Google Shape;221;g37c4946a550_0_194:notes">
            <a:extLst>
              <a:ext uri="{FF2B5EF4-FFF2-40B4-BE49-F238E27FC236}">
                <a16:creationId xmlns:a16="http://schemas.microsoft.com/office/drawing/2014/main" id="{4CB88E39-8025-82B9-7249-1E1E8C403907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11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3961402903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18">
          <a:extLst>
            <a:ext uri="{FF2B5EF4-FFF2-40B4-BE49-F238E27FC236}">
              <a16:creationId xmlns:a16="http://schemas.microsoft.com/office/drawing/2014/main" id="{377F4C08-3675-3C57-2628-6319B45567B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g37c4946a550_0_194:notes">
            <a:extLst>
              <a:ext uri="{FF2B5EF4-FFF2-40B4-BE49-F238E27FC236}">
                <a16:creationId xmlns:a16="http://schemas.microsoft.com/office/drawing/2014/main" id="{5F0B6C1D-13A8-13A8-D5B5-DB8BCF5730B8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220" name="Google Shape;220;g37c4946a550_0_194:notes">
            <a:extLst>
              <a:ext uri="{FF2B5EF4-FFF2-40B4-BE49-F238E27FC236}">
                <a16:creationId xmlns:a16="http://schemas.microsoft.com/office/drawing/2014/main" id="{73E30826-D58C-DE29-3353-B4658F9EAB54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https://</a:t>
            </a:r>
            <a:r>
              <a:rPr lang="en-US" dirty="0" err="1"/>
              <a:t>wiki.python.org</a:t>
            </a:r>
            <a:r>
              <a:rPr lang="en-US" dirty="0"/>
              <a:t>/</a:t>
            </a:r>
            <a:r>
              <a:rPr lang="en-US" dirty="0" err="1"/>
              <a:t>moin</a:t>
            </a:r>
            <a:r>
              <a:rPr lang="en-US" dirty="0"/>
              <a:t>/</a:t>
            </a:r>
            <a:r>
              <a:rPr lang="en-US" dirty="0" err="1"/>
              <a:t>TimeComplexity</a:t>
            </a:r>
            <a:endParaRPr dirty="0"/>
          </a:p>
        </p:txBody>
      </p:sp>
      <p:sp>
        <p:nvSpPr>
          <p:cNvPr id="221" name="Google Shape;221;g37c4946a550_0_194:notes">
            <a:extLst>
              <a:ext uri="{FF2B5EF4-FFF2-40B4-BE49-F238E27FC236}">
                <a16:creationId xmlns:a16="http://schemas.microsoft.com/office/drawing/2014/main" id="{C865E3B4-9A98-1532-3CE5-5C16555684C9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12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693661282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18">
          <a:extLst>
            <a:ext uri="{FF2B5EF4-FFF2-40B4-BE49-F238E27FC236}">
              <a16:creationId xmlns:a16="http://schemas.microsoft.com/office/drawing/2014/main" id="{F241A1EC-E119-10AE-A1EB-976CDF32AAD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g37c4946a550_0_194:notes">
            <a:extLst>
              <a:ext uri="{FF2B5EF4-FFF2-40B4-BE49-F238E27FC236}">
                <a16:creationId xmlns:a16="http://schemas.microsoft.com/office/drawing/2014/main" id="{6408EA1B-D7C3-10F3-7A9C-B4F355387060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220" name="Google Shape;220;g37c4946a550_0_194:notes">
            <a:extLst>
              <a:ext uri="{FF2B5EF4-FFF2-40B4-BE49-F238E27FC236}">
                <a16:creationId xmlns:a16="http://schemas.microsoft.com/office/drawing/2014/main" id="{811E8626-1CA1-6D90-E102-9216FC995CCC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https://</a:t>
            </a:r>
            <a:r>
              <a:rPr lang="en-US" dirty="0" err="1"/>
              <a:t>wiki.python.org</a:t>
            </a:r>
            <a:r>
              <a:rPr lang="en-US" dirty="0"/>
              <a:t>/</a:t>
            </a:r>
            <a:r>
              <a:rPr lang="en-US" dirty="0" err="1"/>
              <a:t>moin</a:t>
            </a:r>
            <a:r>
              <a:rPr lang="en-US" dirty="0"/>
              <a:t>/</a:t>
            </a:r>
            <a:r>
              <a:rPr lang="en-US" dirty="0" err="1"/>
              <a:t>TimeComplexity</a:t>
            </a:r>
            <a:endParaRPr dirty="0"/>
          </a:p>
        </p:txBody>
      </p:sp>
      <p:sp>
        <p:nvSpPr>
          <p:cNvPr id="221" name="Google Shape;221;g37c4946a550_0_194:notes">
            <a:extLst>
              <a:ext uri="{FF2B5EF4-FFF2-40B4-BE49-F238E27FC236}">
                <a16:creationId xmlns:a16="http://schemas.microsoft.com/office/drawing/2014/main" id="{411B8889-08F2-B15E-3435-B0408175031A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13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3245944494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18">
          <a:extLst>
            <a:ext uri="{FF2B5EF4-FFF2-40B4-BE49-F238E27FC236}">
              <a16:creationId xmlns:a16="http://schemas.microsoft.com/office/drawing/2014/main" id="{D91D1EDB-A1A4-FC85-FCB1-6C43A993AEC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g37c4946a550_0_194:notes">
            <a:extLst>
              <a:ext uri="{FF2B5EF4-FFF2-40B4-BE49-F238E27FC236}">
                <a16:creationId xmlns:a16="http://schemas.microsoft.com/office/drawing/2014/main" id="{71834F05-C8B6-AD6F-6088-B05519824F63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220" name="Google Shape;220;g37c4946a550_0_194:notes">
            <a:extLst>
              <a:ext uri="{FF2B5EF4-FFF2-40B4-BE49-F238E27FC236}">
                <a16:creationId xmlns:a16="http://schemas.microsoft.com/office/drawing/2014/main" id="{C733AEF8-7B9A-D2BE-1B84-9FFB1FE4C68D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https://wiki.python.org/moin/TimeComplexity</a:t>
            </a:r>
            <a:endParaRPr/>
          </a:p>
        </p:txBody>
      </p:sp>
      <p:sp>
        <p:nvSpPr>
          <p:cNvPr id="221" name="Google Shape;221;g37c4946a550_0_194:notes">
            <a:extLst>
              <a:ext uri="{FF2B5EF4-FFF2-40B4-BE49-F238E27FC236}">
                <a16:creationId xmlns:a16="http://schemas.microsoft.com/office/drawing/2014/main" id="{E16B383A-5A9D-2A96-2B19-E859D134898B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14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79478692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g37c4946a550_0_18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46" name="Google Shape;146;g37c4946a550_0_18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u="sng">
                <a:solidFill>
                  <a:schemeClr val="hlink"/>
                </a:solidFill>
                <a:hlinkClick r:id="rId3"/>
              </a:rPr>
              <a:t>https://www.freecodecamp.org/news/big-o-cheat-sheet-time-complexity-chart/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47" name="Google Shape;147;g37c4946a550_0_18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15</a:t>
            </a:fld>
            <a:endParaRPr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g37c4946a550_0_105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55" name="Google Shape;155;g37c4946a550_0_105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https://wiki.python.org/moin/TimeComplexity</a:t>
            </a:r>
            <a:endParaRPr/>
          </a:p>
        </p:txBody>
      </p:sp>
      <p:sp>
        <p:nvSpPr>
          <p:cNvPr id="156" name="Google Shape;156;g37c4946a550_0_105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16</a:t>
            </a:fld>
            <a:endParaRPr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g37c4946a550_0_78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62" name="Google Shape;162;g37c4946a550_0_78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https://wiki.python.org/moin/TimeComplexity</a:t>
            </a:r>
            <a:endParaRPr/>
          </a:p>
        </p:txBody>
      </p:sp>
      <p:sp>
        <p:nvSpPr>
          <p:cNvPr id="163" name="Google Shape;163;g37c4946a550_0_78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17</a:t>
            </a:fld>
            <a:endParaRPr/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9" name="Google Shape;169;g37c4946a550_0_116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70" name="Google Shape;170;g37c4946a550_0_116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https://wiki.python.org/moin/TimeComplexity</a:t>
            </a:r>
            <a:endParaRPr/>
          </a:p>
        </p:txBody>
      </p:sp>
      <p:sp>
        <p:nvSpPr>
          <p:cNvPr id="171" name="Google Shape;171;g37c4946a550_0_116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18</a:t>
            </a:fld>
            <a:endParaRPr/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g37c4946a550_0_141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78" name="Google Shape;178;g37c4946a550_0_141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https://wiki.python.org/moin/TimeComplexity</a:t>
            </a:r>
            <a:endParaRPr/>
          </a:p>
        </p:txBody>
      </p:sp>
      <p:sp>
        <p:nvSpPr>
          <p:cNvPr id="179" name="Google Shape;179;g37c4946a550_0_141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19</a:t>
            </a:fld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5" name="Google Shape;185;g37c4946a550_0_147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86" name="Google Shape;186;g37c4946a550_0_147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https://wiki.python.org/moin/TimeComplexity</a:t>
            </a:r>
            <a:endParaRPr/>
          </a:p>
        </p:txBody>
      </p:sp>
      <p:sp>
        <p:nvSpPr>
          <p:cNvPr id="187" name="Google Shape;187;g37c4946a550_0_147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20</a:t>
            </a:fld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4" name="Google Shape;194;g37c4946a550_0_166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95" name="Google Shape;195;g37c4946a550_0_166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https://wiki.python.org/moin/TimeComplexity</a:t>
            </a:r>
            <a:endParaRPr/>
          </a:p>
        </p:txBody>
      </p:sp>
      <p:sp>
        <p:nvSpPr>
          <p:cNvPr id="196" name="Google Shape;196;g37c4946a550_0_166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21</a:t>
            </a:fld>
            <a:endParaRPr/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3" name="Google Shape;203;g37c4946a550_0_183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204" name="Google Shape;204;g37c4946a550_0_183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https://wiki.python.org/moin/TimeComplexity</a:t>
            </a:r>
            <a:endParaRPr/>
          </a:p>
        </p:txBody>
      </p:sp>
      <p:sp>
        <p:nvSpPr>
          <p:cNvPr id="205" name="Google Shape;205;g37c4946a550_0_183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22</a:t>
            </a:fld>
            <a:endParaRPr/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2" name="Google Shape;212;g37c4946a550_0_55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213" name="Google Shape;213;g37c4946a550_0_55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14" name="Google Shape;214;g37c4946a550_0_55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23</a:t>
            </a:fld>
            <a:endParaRPr/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g37c4946a550_0_194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220" name="Google Shape;220;g37c4946a550_0_194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https://wiki.python.org/moin/TimeComplexity</a:t>
            </a:r>
            <a:endParaRPr/>
          </a:p>
        </p:txBody>
      </p:sp>
      <p:sp>
        <p:nvSpPr>
          <p:cNvPr id="221" name="Google Shape;221;g37c4946a550_0_194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24</a:t>
            </a:fld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bg>
      <p:bgPr>
        <a:solidFill>
          <a:schemeClr val="accent2"/>
        </a:solidFill>
        <a:effectLst/>
      </p:bgPr>
    </p:bg>
    <p:spTree>
      <p:nvGrpSpPr>
        <p:cNvPr id="1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7"/>
          <p:cNvSpPr txBox="1">
            <a:spLocks noGrp="1"/>
          </p:cNvSpPr>
          <p:nvPr>
            <p:ph type="ctrTitle"/>
          </p:nvPr>
        </p:nvSpPr>
        <p:spPr>
          <a:xfrm>
            <a:off x="1600200" y="2386744"/>
            <a:ext cx="8991600" cy="1645920"/>
          </a:xfrm>
          <a:prstGeom prst="rect">
            <a:avLst/>
          </a:prstGeom>
          <a:solidFill>
            <a:srgbClr val="FFFFFF"/>
          </a:solidFill>
          <a:ln w="38100" cap="flat" cmpd="sng">
            <a:solidFill>
              <a:srgbClr val="40404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274300" tIns="182875" rIns="274300" bIns="182875" anchor="ctr" anchorCtr="1">
            <a:norm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262626"/>
              </a:buClr>
              <a:buSzPts val="3800"/>
              <a:buFont typeface="Gill Sans"/>
              <a:buNone/>
              <a:defRPr sz="3800">
                <a:solidFill>
                  <a:srgbClr val="262626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7" name="Google Shape;17;p7"/>
          <p:cNvSpPr txBox="1">
            <a:spLocks noGrp="1"/>
          </p:cNvSpPr>
          <p:nvPr>
            <p:ph type="subTitle" idx="1"/>
          </p:nvPr>
        </p:nvSpPr>
        <p:spPr>
          <a:xfrm>
            <a:off x="2695194" y="4352544"/>
            <a:ext cx="6801612" cy="123989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2000"/>
              <a:buNone/>
              <a:defRPr sz="2000">
                <a:solidFill>
                  <a:srgbClr val="FEFEFE"/>
                </a:solidFill>
              </a:defRPr>
            </a:lvl1pPr>
            <a:lvl2pPr lvl="1" algn="ctr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2000"/>
              <a:buNone/>
              <a:defRPr sz="2000"/>
            </a:lvl2pPr>
            <a:lvl3pPr lvl="2" algn="ctr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600"/>
              <a:buNone/>
              <a:defRPr sz="1600"/>
            </a:lvl4pPr>
            <a:lvl5pPr lvl="4" algn="ctr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600"/>
              <a:buNone/>
              <a:defRPr sz="1600"/>
            </a:lvl5pPr>
            <a:lvl6pPr lvl="5" algn="ctr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600"/>
              <a:buNone/>
              <a:defRPr sz="1600"/>
            </a:lvl6pPr>
            <a:lvl7pPr lvl="6" algn="ctr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600"/>
              <a:buNone/>
              <a:defRPr sz="1600"/>
            </a:lvl7pPr>
            <a:lvl8pPr lvl="7" algn="ctr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600"/>
              <a:buNone/>
              <a:defRPr sz="1600"/>
            </a:lvl8pPr>
            <a:lvl9pPr lvl="8" algn="ctr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600"/>
              <a:buNone/>
              <a:defRPr sz="1600"/>
            </a:lvl9pPr>
          </a:lstStyle>
          <a:p>
            <a:endParaRPr/>
          </a:p>
        </p:txBody>
      </p:sp>
      <p:sp>
        <p:nvSpPr>
          <p:cNvPr id="18" name="Google Shape;18;p7"/>
          <p:cNvSpPr txBox="1">
            <a:spLocks noGrp="1"/>
          </p:cNvSpPr>
          <p:nvPr>
            <p:ph type="dt" idx="10"/>
          </p:nvPr>
        </p:nvSpPr>
        <p:spPr>
          <a:xfrm>
            <a:off x="7821429" y="6238816"/>
            <a:ext cx="2753746" cy="3239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9" name="Google Shape;19;p7"/>
          <p:cNvSpPr txBox="1">
            <a:spLocks noGrp="1"/>
          </p:cNvSpPr>
          <p:nvPr>
            <p:ph type="ftr" idx="11"/>
          </p:nvPr>
        </p:nvSpPr>
        <p:spPr>
          <a:xfrm>
            <a:off x="1600200" y="6236208"/>
            <a:ext cx="5901189" cy="3200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0" name="Google Shape;20;p7"/>
          <p:cNvSpPr>
            <a:spLocks noGrp="1"/>
          </p:cNvSpPr>
          <p:nvPr>
            <p:ph type="sldNum" idx="12"/>
          </p:nvPr>
        </p:nvSpPr>
        <p:spPr>
          <a:xfrm>
            <a:off x="10758922" y="6217920"/>
            <a:ext cx="365760" cy="365760"/>
          </a:xfrm>
          <a:prstGeom prst="ellipse">
            <a:avLst/>
          </a:prstGeom>
          <a:solidFill>
            <a:srgbClr val="1D1D1D">
              <a:alpha val="69803"/>
            </a:srgbClr>
          </a:solidFill>
          <a:ln>
            <a:noFill/>
          </a:ln>
        </p:spPr>
        <p:txBody>
          <a:bodyPr spcFirstLastPara="1" wrap="square" lIns="18275" tIns="45700" rIns="18275" bIns="45700" anchor="ctr" anchorCtr="0">
            <a:noAutofit/>
          </a:bodyPr>
          <a:lstStyle>
            <a:lvl1pPr marL="0" lvl="0" indent="0" algn="ctr">
              <a:spcBef>
                <a:spcPts val="0"/>
              </a:spcBef>
              <a:buNone/>
              <a:defRPr/>
            </a:lvl1pPr>
            <a:lvl2pPr marL="0" lvl="1" indent="0" algn="ctr">
              <a:spcBef>
                <a:spcPts val="0"/>
              </a:spcBef>
              <a:buNone/>
              <a:defRPr/>
            </a:lvl2pPr>
            <a:lvl3pPr marL="0" lvl="2" indent="0" algn="ctr">
              <a:spcBef>
                <a:spcPts val="0"/>
              </a:spcBef>
              <a:buNone/>
              <a:defRPr/>
            </a:lvl3pPr>
            <a:lvl4pPr marL="0" lvl="3" indent="0" algn="ctr">
              <a:spcBef>
                <a:spcPts val="0"/>
              </a:spcBef>
              <a:buNone/>
              <a:defRPr/>
            </a:lvl4pPr>
            <a:lvl5pPr marL="0" lvl="4" indent="0" algn="ctr">
              <a:spcBef>
                <a:spcPts val="0"/>
              </a:spcBef>
              <a:buNone/>
              <a:defRPr/>
            </a:lvl5pPr>
            <a:lvl6pPr marL="0" lvl="5" indent="0" algn="ctr">
              <a:spcBef>
                <a:spcPts val="0"/>
              </a:spcBef>
              <a:buNone/>
              <a:defRPr/>
            </a:lvl6pPr>
            <a:lvl7pPr marL="0" lvl="6" indent="0" algn="ctr">
              <a:spcBef>
                <a:spcPts val="0"/>
              </a:spcBef>
              <a:buNone/>
              <a:defRPr/>
            </a:lvl7pPr>
            <a:lvl8pPr marL="0" lvl="7" indent="0" algn="ctr">
              <a:spcBef>
                <a:spcPts val="0"/>
              </a:spcBef>
              <a:buNone/>
              <a:defRPr/>
            </a:lvl8pPr>
            <a:lvl9pPr marL="0" lvl="8" indent="0" algn="ctr">
              <a:spcBef>
                <a:spcPts val="0"/>
              </a:spcBef>
              <a:buNone/>
              <a:defRPr/>
            </a:lvl9pPr>
          </a:lstStyle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Content" type="obj">
  <p:cSld name="OBJECT">
    <p:spTree>
      <p:nvGrpSpPr>
        <p:cNvPr id="1" name="Shape 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Google Shape;28;p8"/>
          <p:cNvSpPr txBox="1">
            <a:spLocks noGrp="1"/>
          </p:cNvSpPr>
          <p:nvPr>
            <p:ph type="title"/>
          </p:nvPr>
        </p:nvSpPr>
        <p:spPr>
          <a:xfrm>
            <a:off x="2231136" y="964692"/>
            <a:ext cx="7729728" cy="1188720"/>
          </a:xfrm>
          <a:prstGeom prst="rect">
            <a:avLst/>
          </a:prstGeom>
          <a:solidFill>
            <a:srgbClr val="FFFFFF"/>
          </a:solidFill>
          <a:ln w="31750" cap="sq" cmpd="sng">
            <a:solidFill>
              <a:srgbClr val="404040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182875" tIns="182875" rIns="182875" bIns="182875" anchor="ctr" anchorCtr="0">
            <a:norm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262626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9" name="Google Shape;29;p8"/>
          <p:cNvSpPr txBox="1">
            <a:spLocks noGrp="1"/>
          </p:cNvSpPr>
          <p:nvPr>
            <p:ph type="body" idx="1"/>
          </p:nvPr>
        </p:nvSpPr>
        <p:spPr>
          <a:xfrm>
            <a:off x="2231136" y="2638044"/>
            <a:ext cx="7729728" cy="310198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800"/>
              <a:buChar char="•"/>
              <a:defRPr/>
            </a:lvl1pPr>
            <a:lvl2pPr marL="914400" lvl="1" indent="-3429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800"/>
              <a:buChar char="•"/>
              <a:defRPr/>
            </a:lvl2pPr>
            <a:lvl3pPr marL="1371600" lvl="2" indent="-3429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800"/>
              <a:buChar char="•"/>
              <a:defRPr/>
            </a:lvl3pPr>
            <a:lvl4pPr marL="1828800" lvl="3" indent="-3429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800"/>
              <a:buChar char="•"/>
              <a:defRPr/>
            </a:lvl4pPr>
            <a:lvl5pPr marL="2286000" lvl="4" indent="-3429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800"/>
              <a:buChar char="•"/>
              <a:defRPr/>
            </a:lvl5pPr>
            <a:lvl6pPr marL="2743200" lvl="5" indent="-3429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800"/>
              <a:buChar char="•"/>
              <a:defRPr/>
            </a:lvl6pPr>
            <a:lvl7pPr marL="3200400" lvl="6" indent="-3429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800"/>
              <a:buChar char="•"/>
              <a:defRPr/>
            </a:lvl7pPr>
            <a:lvl8pPr marL="3657600" lvl="7" indent="-3429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800"/>
              <a:buChar char="•"/>
              <a:defRPr/>
            </a:lvl8pPr>
            <a:lvl9pPr marL="4114800" lvl="8" indent="-3429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30" name="Google Shape;30;p8"/>
          <p:cNvSpPr txBox="1">
            <a:spLocks noGrp="1"/>
          </p:cNvSpPr>
          <p:nvPr>
            <p:ph type="dt" idx="10"/>
          </p:nvPr>
        </p:nvSpPr>
        <p:spPr>
          <a:xfrm>
            <a:off x="7821429" y="6238816"/>
            <a:ext cx="2753746" cy="3239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1" name="Google Shape;31;p8"/>
          <p:cNvSpPr txBox="1">
            <a:spLocks noGrp="1"/>
          </p:cNvSpPr>
          <p:nvPr>
            <p:ph type="ftr" idx="11"/>
          </p:nvPr>
        </p:nvSpPr>
        <p:spPr>
          <a:xfrm>
            <a:off x="1600200" y="6236208"/>
            <a:ext cx="5901189" cy="3200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2" name="Google Shape;32;p8"/>
          <p:cNvSpPr>
            <a:spLocks noGrp="1"/>
          </p:cNvSpPr>
          <p:nvPr>
            <p:ph type="sldNum" idx="12"/>
          </p:nvPr>
        </p:nvSpPr>
        <p:spPr>
          <a:xfrm>
            <a:off x="10758922" y="6217920"/>
            <a:ext cx="365760" cy="365760"/>
          </a:xfrm>
          <a:prstGeom prst="ellipse">
            <a:avLst/>
          </a:prstGeom>
          <a:solidFill>
            <a:srgbClr val="1D1D1D">
              <a:alpha val="69803"/>
            </a:srgbClr>
          </a:solidFill>
          <a:ln>
            <a:noFill/>
          </a:ln>
        </p:spPr>
        <p:txBody>
          <a:bodyPr spcFirstLastPara="1" wrap="square" lIns="18275" tIns="45700" rIns="18275" bIns="45700" anchor="ctr" anchorCtr="0">
            <a:noAutofit/>
          </a:bodyPr>
          <a:lstStyle>
            <a:lvl1pPr marL="0" lvl="0" indent="0" algn="ctr">
              <a:spcBef>
                <a:spcPts val="0"/>
              </a:spcBef>
              <a:buNone/>
              <a:defRPr/>
            </a:lvl1pPr>
            <a:lvl2pPr marL="0" lvl="1" indent="0" algn="ctr">
              <a:spcBef>
                <a:spcPts val="0"/>
              </a:spcBef>
              <a:buNone/>
              <a:defRPr/>
            </a:lvl2pPr>
            <a:lvl3pPr marL="0" lvl="2" indent="0" algn="ctr">
              <a:spcBef>
                <a:spcPts val="0"/>
              </a:spcBef>
              <a:buNone/>
              <a:defRPr/>
            </a:lvl3pPr>
            <a:lvl4pPr marL="0" lvl="3" indent="0" algn="ctr">
              <a:spcBef>
                <a:spcPts val="0"/>
              </a:spcBef>
              <a:buNone/>
              <a:defRPr/>
            </a:lvl4pPr>
            <a:lvl5pPr marL="0" lvl="4" indent="0" algn="ctr">
              <a:spcBef>
                <a:spcPts val="0"/>
              </a:spcBef>
              <a:buNone/>
              <a:defRPr/>
            </a:lvl5pPr>
            <a:lvl6pPr marL="0" lvl="5" indent="0" algn="ctr">
              <a:spcBef>
                <a:spcPts val="0"/>
              </a:spcBef>
              <a:buNone/>
              <a:defRPr/>
            </a:lvl6pPr>
            <a:lvl7pPr marL="0" lvl="6" indent="0" algn="ctr">
              <a:spcBef>
                <a:spcPts val="0"/>
              </a:spcBef>
              <a:buNone/>
              <a:defRPr/>
            </a:lvl7pPr>
            <a:lvl8pPr marL="0" lvl="7" indent="0" algn="ctr">
              <a:spcBef>
                <a:spcPts val="0"/>
              </a:spcBef>
              <a:buNone/>
              <a:defRPr/>
            </a:lvl8pPr>
            <a:lvl9pPr marL="0" lvl="8" indent="0" algn="ctr">
              <a:spcBef>
                <a:spcPts val="0"/>
              </a:spcBef>
              <a:buNone/>
              <a:defRPr/>
            </a:lvl9pPr>
          </a:lstStyle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bg>
      <p:bgPr>
        <a:solidFill>
          <a:schemeClr val="accent2"/>
        </a:solidFill>
        <a:effectLst/>
      </p:bgPr>
    </p:bg>
    <p:spTree>
      <p:nvGrpSpPr>
        <p:cNvPr id="1" name="Shape 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Google Shape;34;p6"/>
          <p:cNvSpPr txBox="1">
            <a:spLocks noGrp="1"/>
          </p:cNvSpPr>
          <p:nvPr>
            <p:ph type="ctrTitle"/>
          </p:nvPr>
        </p:nvSpPr>
        <p:spPr>
          <a:xfrm>
            <a:off x="1600200" y="2386744"/>
            <a:ext cx="8991600" cy="1645920"/>
          </a:xfrm>
          <a:prstGeom prst="rect">
            <a:avLst/>
          </a:prstGeom>
          <a:solidFill>
            <a:srgbClr val="FFFFFF"/>
          </a:solidFill>
          <a:ln w="38100" cap="flat" cmpd="sng">
            <a:solidFill>
              <a:srgbClr val="40404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274300" tIns="182875" rIns="274300" bIns="182875" anchor="ctr" anchorCtr="1">
            <a:norm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262626"/>
              </a:buClr>
              <a:buSzPts val="3800"/>
              <a:buFont typeface="Gill Sans"/>
              <a:buNone/>
              <a:defRPr sz="3800">
                <a:solidFill>
                  <a:srgbClr val="262626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5" name="Google Shape;35;p6"/>
          <p:cNvSpPr txBox="1">
            <a:spLocks noGrp="1"/>
          </p:cNvSpPr>
          <p:nvPr>
            <p:ph type="subTitle" idx="1"/>
          </p:nvPr>
        </p:nvSpPr>
        <p:spPr>
          <a:xfrm>
            <a:off x="2695194" y="4352544"/>
            <a:ext cx="6801612" cy="123989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2000"/>
              <a:buNone/>
              <a:defRPr sz="2000">
                <a:solidFill>
                  <a:srgbClr val="FEFEFE"/>
                </a:solidFill>
              </a:defRPr>
            </a:lvl1pPr>
            <a:lvl2pPr lvl="1" algn="ctr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2000"/>
              <a:buNone/>
              <a:defRPr sz="2000"/>
            </a:lvl2pPr>
            <a:lvl3pPr lvl="2" algn="ctr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600"/>
              <a:buNone/>
              <a:defRPr sz="1600"/>
            </a:lvl4pPr>
            <a:lvl5pPr lvl="4" algn="ctr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600"/>
              <a:buNone/>
              <a:defRPr sz="1600"/>
            </a:lvl5pPr>
            <a:lvl6pPr lvl="5" algn="ctr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600"/>
              <a:buNone/>
              <a:defRPr sz="1600"/>
            </a:lvl6pPr>
            <a:lvl7pPr lvl="6" algn="ctr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600"/>
              <a:buNone/>
              <a:defRPr sz="1600"/>
            </a:lvl7pPr>
            <a:lvl8pPr lvl="7" algn="ctr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600"/>
              <a:buNone/>
              <a:defRPr sz="1600"/>
            </a:lvl8pPr>
            <a:lvl9pPr lvl="8" algn="ctr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600"/>
              <a:buNone/>
              <a:defRPr sz="1600"/>
            </a:lvl9pPr>
          </a:lstStyle>
          <a:p>
            <a:endParaRPr/>
          </a:p>
        </p:txBody>
      </p:sp>
      <p:sp>
        <p:nvSpPr>
          <p:cNvPr id="36" name="Google Shape;36;p6"/>
          <p:cNvSpPr txBox="1">
            <a:spLocks noGrp="1"/>
          </p:cNvSpPr>
          <p:nvPr>
            <p:ph type="dt" idx="10"/>
          </p:nvPr>
        </p:nvSpPr>
        <p:spPr>
          <a:xfrm>
            <a:off x="7821429" y="6238816"/>
            <a:ext cx="2753746" cy="3239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7" name="Google Shape;37;p6"/>
          <p:cNvSpPr txBox="1">
            <a:spLocks noGrp="1"/>
          </p:cNvSpPr>
          <p:nvPr>
            <p:ph type="ftr" idx="11"/>
          </p:nvPr>
        </p:nvSpPr>
        <p:spPr>
          <a:xfrm>
            <a:off x="1600200" y="6236208"/>
            <a:ext cx="5901189" cy="3200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8" name="Google Shape;38;p6"/>
          <p:cNvSpPr>
            <a:spLocks noGrp="1"/>
          </p:cNvSpPr>
          <p:nvPr>
            <p:ph type="sldNum" idx="12"/>
          </p:nvPr>
        </p:nvSpPr>
        <p:spPr>
          <a:xfrm>
            <a:off x="10758922" y="6217920"/>
            <a:ext cx="365760" cy="365760"/>
          </a:xfrm>
          <a:prstGeom prst="ellipse">
            <a:avLst/>
          </a:prstGeom>
          <a:solidFill>
            <a:srgbClr val="1D1D1D">
              <a:alpha val="69803"/>
            </a:srgbClr>
          </a:solidFill>
          <a:ln>
            <a:noFill/>
          </a:ln>
        </p:spPr>
        <p:txBody>
          <a:bodyPr spcFirstLastPara="1" wrap="square" lIns="18275" tIns="45700" rIns="18275" bIns="45700" anchor="ctr" anchorCtr="0">
            <a:noAutofit/>
          </a:bodyPr>
          <a:lstStyle>
            <a:lvl1pPr marL="0" lvl="0" indent="0" algn="ctr">
              <a:spcBef>
                <a:spcPts val="0"/>
              </a:spcBef>
              <a:buNone/>
              <a:defRPr/>
            </a:lvl1pPr>
            <a:lvl2pPr marL="0" lvl="1" indent="0" algn="ctr">
              <a:spcBef>
                <a:spcPts val="0"/>
              </a:spcBef>
              <a:buNone/>
              <a:defRPr/>
            </a:lvl2pPr>
            <a:lvl3pPr marL="0" lvl="2" indent="0" algn="ctr">
              <a:spcBef>
                <a:spcPts val="0"/>
              </a:spcBef>
              <a:buNone/>
              <a:defRPr/>
            </a:lvl3pPr>
            <a:lvl4pPr marL="0" lvl="3" indent="0" algn="ctr">
              <a:spcBef>
                <a:spcPts val="0"/>
              </a:spcBef>
              <a:buNone/>
              <a:defRPr/>
            </a:lvl4pPr>
            <a:lvl5pPr marL="0" lvl="4" indent="0" algn="ctr">
              <a:spcBef>
                <a:spcPts val="0"/>
              </a:spcBef>
              <a:buNone/>
              <a:defRPr/>
            </a:lvl5pPr>
            <a:lvl6pPr marL="0" lvl="5" indent="0" algn="ctr">
              <a:spcBef>
                <a:spcPts val="0"/>
              </a:spcBef>
              <a:buNone/>
              <a:defRPr/>
            </a:lvl6pPr>
            <a:lvl7pPr marL="0" lvl="6" indent="0" algn="ctr">
              <a:spcBef>
                <a:spcPts val="0"/>
              </a:spcBef>
              <a:buNone/>
              <a:defRPr/>
            </a:lvl7pPr>
            <a:lvl8pPr marL="0" lvl="7" indent="0" algn="ctr">
              <a:spcBef>
                <a:spcPts val="0"/>
              </a:spcBef>
              <a:buNone/>
              <a:defRPr/>
            </a:lvl8pPr>
            <a:lvl9pPr marL="0" lvl="8" indent="0" algn="ctr">
              <a:spcBef>
                <a:spcPts val="0"/>
              </a:spcBef>
              <a:buNone/>
              <a:defRPr/>
            </a:lvl9pPr>
          </a:lstStyle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bg>
      <p:bgPr>
        <a:solidFill>
          <a:schemeClr val="accent1"/>
        </a:solidFill>
        <a:effectLst/>
      </p:bgPr>
    </p:bg>
    <p:spTree>
      <p:nvGrpSpPr>
        <p:cNvPr id="1" name="Shape 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" name="Google Shape;40;p9"/>
          <p:cNvSpPr txBox="1">
            <a:spLocks noGrp="1"/>
          </p:cNvSpPr>
          <p:nvPr>
            <p:ph type="title"/>
          </p:nvPr>
        </p:nvSpPr>
        <p:spPr>
          <a:xfrm>
            <a:off x="1600200" y="2386744"/>
            <a:ext cx="8991600" cy="1645920"/>
          </a:xfrm>
          <a:prstGeom prst="rect">
            <a:avLst/>
          </a:prstGeom>
          <a:solidFill>
            <a:srgbClr val="FFFFFF"/>
          </a:solidFill>
          <a:ln w="38100" cap="flat" cmpd="sng">
            <a:solidFill>
              <a:srgbClr val="40404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274300" tIns="182875" rIns="274300" bIns="182875" anchor="ctr" anchorCtr="1">
            <a:norm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262626"/>
              </a:buClr>
              <a:buSzPts val="3800"/>
              <a:buFont typeface="Gill Sans"/>
              <a:buNone/>
              <a:defRPr sz="3800">
                <a:solidFill>
                  <a:srgbClr val="262626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1" name="Google Shape;41;p9"/>
          <p:cNvSpPr txBox="1">
            <a:spLocks noGrp="1"/>
          </p:cNvSpPr>
          <p:nvPr>
            <p:ph type="body" idx="1"/>
          </p:nvPr>
        </p:nvSpPr>
        <p:spPr>
          <a:xfrm>
            <a:off x="2695194" y="4352465"/>
            <a:ext cx="6801612" cy="126508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1">
            <a:normAutofit/>
          </a:bodyPr>
          <a:lstStyle>
            <a:lvl1pPr marL="457200" lvl="0" indent="-2286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2000"/>
              <a:buNone/>
              <a:defRPr sz="2000">
                <a:solidFill>
                  <a:schemeClr val="lt1"/>
                </a:solidFill>
              </a:defRPr>
            </a:lvl1pPr>
            <a:lvl2pPr marL="914400" lvl="1" indent="-2286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2000"/>
              <a:buNone/>
              <a:defRPr sz="2000">
                <a:solidFill>
                  <a:schemeClr val="lt1"/>
                </a:solidFill>
              </a:defRPr>
            </a:lvl2pPr>
            <a:lvl3pPr marL="1371600" lvl="2" indent="-2286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800"/>
              <a:buNone/>
              <a:defRPr sz="1800">
                <a:solidFill>
                  <a:schemeClr val="lt1"/>
                </a:solidFill>
              </a:defRPr>
            </a:lvl3pPr>
            <a:lvl4pPr marL="1828800" lvl="3" indent="-2286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600"/>
              <a:buNone/>
              <a:defRPr sz="1600">
                <a:solidFill>
                  <a:schemeClr val="lt1"/>
                </a:solidFill>
              </a:defRPr>
            </a:lvl4pPr>
            <a:lvl5pPr marL="2286000" lvl="4" indent="-2286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600"/>
              <a:buNone/>
              <a:defRPr sz="1600">
                <a:solidFill>
                  <a:schemeClr val="lt1"/>
                </a:solidFill>
              </a:defRPr>
            </a:lvl5pPr>
            <a:lvl6pPr marL="2743200" lvl="5" indent="-2286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600"/>
              <a:buNone/>
              <a:defRPr sz="1600">
                <a:solidFill>
                  <a:schemeClr val="lt1"/>
                </a:solidFill>
              </a:defRPr>
            </a:lvl6pPr>
            <a:lvl7pPr marL="3200400" lvl="6" indent="-2286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600"/>
              <a:buNone/>
              <a:defRPr sz="1600">
                <a:solidFill>
                  <a:schemeClr val="lt1"/>
                </a:solidFill>
              </a:defRPr>
            </a:lvl7pPr>
            <a:lvl8pPr marL="3657600" lvl="7" indent="-2286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600"/>
              <a:buNone/>
              <a:defRPr sz="1600">
                <a:solidFill>
                  <a:schemeClr val="lt1"/>
                </a:solidFill>
              </a:defRPr>
            </a:lvl8pPr>
            <a:lvl9pPr marL="4114800" lvl="8" indent="-2286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600"/>
              <a:buNone/>
              <a:defRPr sz="1600"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sp>
        <p:nvSpPr>
          <p:cNvPr id="42" name="Google Shape;42;p9"/>
          <p:cNvSpPr txBox="1">
            <a:spLocks noGrp="1"/>
          </p:cNvSpPr>
          <p:nvPr>
            <p:ph type="dt" idx="10"/>
          </p:nvPr>
        </p:nvSpPr>
        <p:spPr>
          <a:xfrm>
            <a:off x="7821429" y="6238816"/>
            <a:ext cx="2753746" cy="3239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3" name="Google Shape;43;p9"/>
          <p:cNvSpPr txBox="1">
            <a:spLocks noGrp="1"/>
          </p:cNvSpPr>
          <p:nvPr>
            <p:ph type="ftr" idx="11"/>
          </p:nvPr>
        </p:nvSpPr>
        <p:spPr>
          <a:xfrm>
            <a:off x="1600200" y="6236208"/>
            <a:ext cx="5901189" cy="3200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4" name="Google Shape;44;p9"/>
          <p:cNvSpPr>
            <a:spLocks noGrp="1"/>
          </p:cNvSpPr>
          <p:nvPr>
            <p:ph type="sldNum" idx="12"/>
          </p:nvPr>
        </p:nvSpPr>
        <p:spPr>
          <a:xfrm>
            <a:off x="10758922" y="6217920"/>
            <a:ext cx="365760" cy="365760"/>
          </a:xfrm>
          <a:prstGeom prst="ellipse">
            <a:avLst/>
          </a:prstGeom>
          <a:solidFill>
            <a:srgbClr val="1D1D1D">
              <a:alpha val="69803"/>
            </a:srgbClr>
          </a:solidFill>
          <a:ln>
            <a:noFill/>
          </a:ln>
        </p:spPr>
        <p:txBody>
          <a:bodyPr spcFirstLastPara="1" wrap="square" lIns="18275" tIns="45700" rIns="18275" bIns="45700" anchor="ctr" anchorCtr="0">
            <a:noAutofit/>
          </a:bodyPr>
          <a:lstStyle>
            <a:lvl1pPr marL="0" lvl="0" indent="0" algn="ctr">
              <a:spcBef>
                <a:spcPts val="0"/>
              </a:spcBef>
              <a:buNone/>
              <a:defRPr/>
            </a:lvl1pPr>
            <a:lvl2pPr marL="0" lvl="1" indent="0" algn="ctr">
              <a:spcBef>
                <a:spcPts val="0"/>
              </a:spcBef>
              <a:buNone/>
              <a:defRPr/>
            </a:lvl2pPr>
            <a:lvl3pPr marL="0" lvl="2" indent="0" algn="ctr">
              <a:spcBef>
                <a:spcPts val="0"/>
              </a:spcBef>
              <a:buNone/>
              <a:defRPr/>
            </a:lvl3pPr>
            <a:lvl4pPr marL="0" lvl="3" indent="0" algn="ctr">
              <a:spcBef>
                <a:spcPts val="0"/>
              </a:spcBef>
              <a:buNone/>
              <a:defRPr/>
            </a:lvl4pPr>
            <a:lvl5pPr marL="0" lvl="4" indent="0" algn="ctr">
              <a:spcBef>
                <a:spcPts val="0"/>
              </a:spcBef>
              <a:buNone/>
              <a:defRPr/>
            </a:lvl5pPr>
            <a:lvl6pPr marL="0" lvl="5" indent="0" algn="ctr">
              <a:spcBef>
                <a:spcPts val="0"/>
              </a:spcBef>
              <a:buNone/>
              <a:defRPr/>
            </a:lvl6pPr>
            <a:lvl7pPr marL="0" lvl="6" indent="0" algn="ctr">
              <a:spcBef>
                <a:spcPts val="0"/>
              </a:spcBef>
              <a:buNone/>
              <a:defRPr/>
            </a:lvl7pPr>
            <a:lvl8pPr marL="0" lvl="7" indent="0" algn="ctr">
              <a:spcBef>
                <a:spcPts val="0"/>
              </a:spcBef>
              <a:buNone/>
              <a:defRPr/>
            </a:lvl8pPr>
            <a:lvl9pPr marL="0" lvl="8" indent="0" algn="ctr">
              <a:spcBef>
                <a:spcPts val="0"/>
              </a:spcBef>
              <a:buNone/>
              <a:defRPr/>
            </a:lvl9pPr>
          </a:lstStyle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wo Content" type="twoObj">
  <p:cSld name="TWO_OBJECTS">
    <p:spTree>
      <p:nvGrpSpPr>
        <p:cNvPr id="1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10"/>
          <p:cNvSpPr txBox="1">
            <a:spLocks noGrp="1"/>
          </p:cNvSpPr>
          <p:nvPr>
            <p:ph type="title"/>
          </p:nvPr>
        </p:nvSpPr>
        <p:spPr>
          <a:xfrm>
            <a:off x="2231136" y="964692"/>
            <a:ext cx="7729728" cy="1188720"/>
          </a:xfrm>
          <a:prstGeom prst="rect">
            <a:avLst/>
          </a:prstGeom>
          <a:solidFill>
            <a:srgbClr val="FFFFFF"/>
          </a:solidFill>
          <a:ln w="31750" cap="sq" cmpd="sng">
            <a:solidFill>
              <a:srgbClr val="404040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182875" tIns="182875" rIns="182875" bIns="182875" anchor="ctr" anchorCtr="0">
            <a:norm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262626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7" name="Google Shape;47;p10"/>
          <p:cNvSpPr txBox="1">
            <a:spLocks noGrp="1"/>
          </p:cNvSpPr>
          <p:nvPr>
            <p:ph type="body" idx="1"/>
          </p:nvPr>
        </p:nvSpPr>
        <p:spPr>
          <a:xfrm>
            <a:off x="1581912" y="2638044"/>
            <a:ext cx="4271771" cy="310198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800"/>
              <a:buChar char="•"/>
              <a:defRPr/>
            </a:lvl1pPr>
            <a:lvl2pPr marL="914400" lvl="1" indent="-3429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800"/>
              <a:buChar char="•"/>
              <a:defRPr/>
            </a:lvl2pPr>
            <a:lvl3pPr marL="1371600" lvl="2" indent="-3429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800"/>
              <a:buChar char="•"/>
              <a:defRPr/>
            </a:lvl3pPr>
            <a:lvl4pPr marL="1828800" lvl="3" indent="-3429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800"/>
              <a:buChar char="•"/>
              <a:defRPr/>
            </a:lvl4pPr>
            <a:lvl5pPr marL="2286000" lvl="4" indent="-3429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800"/>
              <a:buChar char="•"/>
              <a:defRPr/>
            </a:lvl5pPr>
            <a:lvl6pPr marL="2743200" lvl="5" indent="-3429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800"/>
              <a:buChar char="•"/>
              <a:defRPr/>
            </a:lvl6pPr>
            <a:lvl7pPr marL="3200400" lvl="6" indent="-3429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800"/>
              <a:buChar char="•"/>
              <a:defRPr/>
            </a:lvl7pPr>
            <a:lvl8pPr marL="3657600" lvl="7" indent="-3429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800"/>
              <a:buChar char="•"/>
              <a:defRPr/>
            </a:lvl8pPr>
            <a:lvl9pPr marL="4114800" lvl="8" indent="-3429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48" name="Google Shape;48;p10"/>
          <p:cNvSpPr txBox="1">
            <a:spLocks noGrp="1"/>
          </p:cNvSpPr>
          <p:nvPr>
            <p:ph type="body" idx="2"/>
          </p:nvPr>
        </p:nvSpPr>
        <p:spPr>
          <a:xfrm>
            <a:off x="6338315" y="2638044"/>
            <a:ext cx="4270247" cy="310198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800"/>
              <a:buChar char="•"/>
              <a:defRPr/>
            </a:lvl1pPr>
            <a:lvl2pPr marL="914400" lvl="1" indent="-3429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800"/>
              <a:buChar char="•"/>
              <a:defRPr/>
            </a:lvl2pPr>
            <a:lvl3pPr marL="1371600" lvl="2" indent="-3429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800"/>
              <a:buChar char="•"/>
              <a:defRPr/>
            </a:lvl3pPr>
            <a:lvl4pPr marL="1828800" lvl="3" indent="-3429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800"/>
              <a:buChar char="•"/>
              <a:defRPr/>
            </a:lvl4pPr>
            <a:lvl5pPr marL="2286000" lvl="4" indent="-3429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800"/>
              <a:buChar char="•"/>
              <a:defRPr/>
            </a:lvl5pPr>
            <a:lvl6pPr marL="2743200" lvl="5" indent="-3429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800"/>
              <a:buChar char="•"/>
              <a:defRPr/>
            </a:lvl6pPr>
            <a:lvl7pPr marL="3200400" lvl="6" indent="-3429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800"/>
              <a:buChar char="•"/>
              <a:defRPr/>
            </a:lvl7pPr>
            <a:lvl8pPr marL="3657600" lvl="7" indent="-3429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800"/>
              <a:buChar char="•"/>
              <a:defRPr/>
            </a:lvl8pPr>
            <a:lvl9pPr marL="4114800" lvl="8" indent="-3429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49" name="Google Shape;49;p10"/>
          <p:cNvSpPr txBox="1">
            <a:spLocks noGrp="1"/>
          </p:cNvSpPr>
          <p:nvPr>
            <p:ph type="dt" idx="10"/>
          </p:nvPr>
        </p:nvSpPr>
        <p:spPr>
          <a:xfrm>
            <a:off x="7821429" y="6238816"/>
            <a:ext cx="2753746" cy="3239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0" name="Google Shape;50;p10"/>
          <p:cNvSpPr txBox="1">
            <a:spLocks noGrp="1"/>
          </p:cNvSpPr>
          <p:nvPr>
            <p:ph type="ftr" idx="11"/>
          </p:nvPr>
        </p:nvSpPr>
        <p:spPr>
          <a:xfrm>
            <a:off x="1600200" y="6236208"/>
            <a:ext cx="5901189" cy="3200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1" name="Google Shape;51;p10"/>
          <p:cNvSpPr>
            <a:spLocks noGrp="1"/>
          </p:cNvSpPr>
          <p:nvPr>
            <p:ph type="sldNum" idx="12"/>
          </p:nvPr>
        </p:nvSpPr>
        <p:spPr>
          <a:xfrm>
            <a:off x="10758922" y="6217920"/>
            <a:ext cx="365760" cy="365760"/>
          </a:xfrm>
          <a:prstGeom prst="ellipse">
            <a:avLst/>
          </a:prstGeom>
          <a:solidFill>
            <a:srgbClr val="1D1D1D">
              <a:alpha val="69803"/>
            </a:srgbClr>
          </a:solidFill>
          <a:ln>
            <a:noFill/>
          </a:ln>
        </p:spPr>
        <p:txBody>
          <a:bodyPr spcFirstLastPara="1" wrap="square" lIns="18275" tIns="45700" rIns="18275" bIns="45700" anchor="ctr" anchorCtr="0">
            <a:noAutofit/>
          </a:bodyPr>
          <a:lstStyle>
            <a:lvl1pPr marL="0" lvl="0" indent="0" algn="ctr">
              <a:spcBef>
                <a:spcPts val="0"/>
              </a:spcBef>
              <a:buNone/>
              <a:defRPr/>
            </a:lvl1pPr>
            <a:lvl2pPr marL="0" lvl="1" indent="0" algn="ctr">
              <a:spcBef>
                <a:spcPts val="0"/>
              </a:spcBef>
              <a:buNone/>
              <a:defRPr/>
            </a:lvl2pPr>
            <a:lvl3pPr marL="0" lvl="2" indent="0" algn="ctr">
              <a:spcBef>
                <a:spcPts val="0"/>
              </a:spcBef>
              <a:buNone/>
              <a:defRPr/>
            </a:lvl3pPr>
            <a:lvl4pPr marL="0" lvl="3" indent="0" algn="ctr">
              <a:spcBef>
                <a:spcPts val="0"/>
              </a:spcBef>
              <a:buNone/>
              <a:defRPr/>
            </a:lvl4pPr>
            <a:lvl5pPr marL="0" lvl="4" indent="0" algn="ctr">
              <a:spcBef>
                <a:spcPts val="0"/>
              </a:spcBef>
              <a:buNone/>
              <a:defRPr/>
            </a:lvl5pPr>
            <a:lvl6pPr marL="0" lvl="5" indent="0" algn="ctr">
              <a:spcBef>
                <a:spcPts val="0"/>
              </a:spcBef>
              <a:buNone/>
              <a:defRPr/>
            </a:lvl6pPr>
            <a:lvl7pPr marL="0" lvl="6" indent="0" algn="ctr">
              <a:spcBef>
                <a:spcPts val="0"/>
              </a:spcBef>
              <a:buNone/>
              <a:defRPr/>
            </a:lvl7pPr>
            <a:lvl8pPr marL="0" lvl="7" indent="0" algn="ctr">
              <a:spcBef>
                <a:spcPts val="0"/>
              </a:spcBef>
              <a:buNone/>
              <a:defRPr/>
            </a:lvl8pPr>
            <a:lvl9pPr marL="0" lvl="8" indent="0" algn="ctr">
              <a:spcBef>
                <a:spcPts val="0"/>
              </a:spcBef>
              <a:buNone/>
              <a:defRPr/>
            </a:lvl9pPr>
          </a:lstStyle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mparison" type="twoTxTwoObj">
  <p:cSld name="TWO_OBJECTS_WITH_TEXT">
    <p:spTree>
      <p:nvGrpSpPr>
        <p:cNvPr id="1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11"/>
          <p:cNvSpPr txBox="1">
            <a:spLocks noGrp="1"/>
          </p:cNvSpPr>
          <p:nvPr>
            <p:ph type="body" idx="1"/>
          </p:nvPr>
        </p:nvSpPr>
        <p:spPr>
          <a:xfrm>
            <a:off x="1583436" y="2313433"/>
            <a:ext cx="4270248" cy="7040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1">
            <a:normAutofit/>
          </a:bodyPr>
          <a:lstStyle>
            <a:lvl1pPr marL="457200" lvl="0" indent="-228600" algn="ctr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900"/>
              <a:buNone/>
              <a:defRPr sz="1900" b="0" cap="none">
                <a:solidFill>
                  <a:srgbClr val="6B8890"/>
                </a:solidFill>
              </a:defRPr>
            </a:lvl1pPr>
            <a:lvl2pPr marL="914400" lvl="1" indent="-2286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900"/>
              <a:buNone/>
              <a:defRPr sz="1900" b="1"/>
            </a:lvl2pPr>
            <a:lvl3pPr marL="1371600" lvl="2" indent="-2286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800"/>
              <a:buNone/>
              <a:defRPr sz="1800" b="1"/>
            </a:lvl3pPr>
            <a:lvl4pPr marL="1828800" lvl="3" indent="-2286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600"/>
              <a:buNone/>
              <a:defRPr sz="1600" b="1"/>
            </a:lvl4pPr>
            <a:lvl5pPr marL="2286000" lvl="4" indent="-2286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600"/>
              <a:buNone/>
              <a:defRPr sz="1600" b="1"/>
            </a:lvl5pPr>
            <a:lvl6pPr marL="2743200" lvl="5" indent="-2286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600"/>
              <a:buNone/>
              <a:defRPr sz="1600" b="1"/>
            </a:lvl6pPr>
            <a:lvl7pPr marL="3200400" lvl="6" indent="-2286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600"/>
              <a:buNone/>
              <a:defRPr sz="1600" b="1"/>
            </a:lvl7pPr>
            <a:lvl8pPr marL="3657600" lvl="7" indent="-2286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600"/>
              <a:buNone/>
              <a:defRPr sz="1600" b="1"/>
            </a:lvl8pPr>
            <a:lvl9pPr marL="4114800" lvl="8" indent="-2286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600"/>
              <a:buNone/>
              <a:defRPr sz="1600" b="1"/>
            </a:lvl9pPr>
          </a:lstStyle>
          <a:p>
            <a:endParaRPr/>
          </a:p>
        </p:txBody>
      </p:sp>
      <p:sp>
        <p:nvSpPr>
          <p:cNvPr id="54" name="Google Shape;54;p11"/>
          <p:cNvSpPr txBox="1">
            <a:spLocks noGrp="1"/>
          </p:cNvSpPr>
          <p:nvPr>
            <p:ph type="body" idx="2"/>
          </p:nvPr>
        </p:nvSpPr>
        <p:spPr>
          <a:xfrm>
            <a:off x="1583436" y="3143250"/>
            <a:ext cx="4270248" cy="259677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800"/>
              <a:buChar char="•"/>
              <a:defRPr/>
            </a:lvl1pPr>
            <a:lvl2pPr marL="914400" lvl="1" indent="-3429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800"/>
              <a:buChar char="•"/>
              <a:defRPr/>
            </a:lvl2pPr>
            <a:lvl3pPr marL="1371600" lvl="2" indent="-3429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800"/>
              <a:buChar char="•"/>
              <a:defRPr/>
            </a:lvl3pPr>
            <a:lvl4pPr marL="1828800" lvl="3" indent="-3429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800"/>
              <a:buChar char="•"/>
              <a:defRPr/>
            </a:lvl4pPr>
            <a:lvl5pPr marL="2286000" lvl="4" indent="-3429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800"/>
              <a:buChar char="•"/>
              <a:defRPr/>
            </a:lvl5pPr>
            <a:lvl6pPr marL="2743200" lvl="5" indent="-3429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800"/>
              <a:buChar char="•"/>
              <a:defRPr/>
            </a:lvl6pPr>
            <a:lvl7pPr marL="3200400" lvl="6" indent="-3429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800"/>
              <a:buChar char="•"/>
              <a:defRPr/>
            </a:lvl7pPr>
            <a:lvl8pPr marL="3657600" lvl="7" indent="-3429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800"/>
              <a:buChar char="•"/>
              <a:defRPr/>
            </a:lvl8pPr>
            <a:lvl9pPr marL="4114800" lvl="8" indent="-3429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55" name="Google Shape;55;p11"/>
          <p:cNvSpPr txBox="1">
            <a:spLocks noGrp="1"/>
          </p:cNvSpPr>
          <p:nvPr>
            <p:ph type="body" idx="3"/>
          </p:nvPr>
        </p:nvSpPr>
        <p:spPr>
          <a:xfrm>
            <a:off x="6338316" y="3143250"/>
            <a:ext cx="4253484" cy="259677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800"/>
              <a:buChar char="•"/>
              <a:defRPr/>
            </a:lvl1pPr>
            <a:lvl2pPr marL="914400" lvl="1" indent="-3429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800"/>
              <a:buChar char="•"/>
              <a:defRPr/>
            </a:lvl2pPr>
            <a:lvl3pPr marL="1371600" lvl="2" indent="-3429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800"/>
              <a:buChar char="•"/>
              <a:defRPr/>
            </a:lvl3pPr>
            <a:lvl4pPr marL="1828800" lvl="3" indent="-3429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800"/>
              <a:buChar char="•"/>
              <a:defRPr/>
            </a:lvl4pPr>
            <a:lvl5pPr marL="2286000" lvl="4" indent="-3302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600"/>
              <a:buChar char="•"/>
              <a:defRPr/>
            </a:lvl5pPr>
            <a:lvl6pPr marL="2743200" lvl="5" indent="-3429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800"/>
              <a:buChar char="•"/>
              <a:defRPr/>
            </a:lvl6pPr>
            <a:lvl7pPr marL="3200400" lvl="6" indent="-3429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800"/>
              <a:buChar char="•"/>
              <a:defRPr/>
            </a:lvl7pPr>
            <a:lvl8pPr marL="3657600" lvl="7" indent="-3429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800"/>
              <a:buChar char="•"/>
              <a:defRPr/>
            </a:lvl8pPr>
            <a:lvl9pPr marL="4114800" lvl="8" indent="-3429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56" name="Google Shape;56;p11"/>
          <p:cNvSpPr txBox="1">
            <a:spLocks noGrp="1"/>
          </p:cNvSpPr>
          <p:nvPr>
            <p:ph type="body" idx="4"/>
          </p:nvPr>
        </p:nvSpPr>
        <p:spPr>
          <a:xfrm>
            <a:off x="6338316" y="2313433"/>
            <a:ext cx="4270248" cy="7040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1">
            <a:normAutofit/>
          </a:bodyPr>
          <a:lstStyle>
            <a:lvl1pPr marL="457200" lvl="0" indent="-228600" algn="ctr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900"/>
              <a:buNone/>
              <a:defRPr sz="1900" b="0" cap="none">
                <a:solidFill>
                  <a:srgbClr val="6B8890"/>
                </a:solidFill>
              </a:defRPr>
            </a:lvl1pPr>
            <a:lvl2pPr marL="914400" lvl="1" indent="-2286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900"/>
              <a:buNone/>
              <a:defRPr sz="1900" b="1"/>
            </a:lvl2pPr>
            <a:lvl3pPr marL="1371600" lvl="2" indent="-2286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800"/>
              <a:buNone/>
              <a:defRPr sz="1800" b="1"/>
            </a:lvl3pPr>
            <a:lvl4pPr marL="1828800" lvl="3" indent="-2286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600"/>
              <a:buNone/>
              <a:defRPr sz="1600" b="1"/>
            </a:lvl4pPr>
            <a:lvl5pPr marL="2286000" lvl="4" indent="-2286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600"/>
              <a:buNone/>
              <a:defRPr sz="1600" b="1"/>
            </a:lvl5pPr>
            <a:lvl6pPr marL="2743200" lvl="5" indent="-2286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600"/>
              <a:buNone/>
              <a:defRPr sz="1600" b="1"/>
            </a:lvl6pPr>
            <a:lvl7pPr marL="3200400" lvl="6" indent="-2286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600"/>
              <a:buNone/>
              <a:defRPr sz="1600" b="1"/>
            </a:lvl7pPr>
            <a:lvl8pPr marL="3657600" lvl="7" indent="-2286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600"/>
              <a:buNone/>
              <a:defRPr sz="1600" b="1"/>
            </a:lvl8pPr>
            <a:lvl9pPr marL="4114800" lvl="8" indent="-2286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600"/>
              <a:buNone/>
              <a:defRPr sz="1600" b="1"/>
            </a:lvl9pPr>
          </a:lstStyle>
          <a:p>
            <a:endParaRPr/>
          </a:p>
        </p:txBody>
      </p:sp>
      <p:sp>
        <p:nvSpPr>
          <p:cNvPr id="57" name="Google Shape;57;p11"/>
          <p:cNvSpPr txBox="1">
            <a:spLocks noGrp="1"/>
          </p:cNvSpPr>
          <p:nvPr>
            <p:ph type="dt" idx="10"/>
          </p:nvPr>
        </p:nvSpPr>
        <p:spPr>
          <a:xfrm>
            <a:off x="7821429" y="6238816"/>
            <a:ext cx="2753746" cy="3239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8" name="Google Shape;58;p11"/>
          <p:cNvSpPr txBox="1">
            <a:spLocks noGrp="1"/>
          </p:cNvSpPr>
          <p:nvPr>
            <p:ph type="ftr" idx="11"/>
          </p:nvPr>
        </p:nvSpPr>
        <p:spPr>
          <a:xfrm>
            <a:off x="1600200" y="6236208"/>
            <a:ext cx="5901189" cy="3200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9" name="Google Shape;59;p11"/>
          <p:cNvSpPr>
            <a:spLocks noGrp="1"/>
          </p:cNvSpPr>
          <p:nvPr>
            <p:ph type="sldNum" idx="12"/>
          </p:nvPr>
        </p:nvSpPr>
        <p:spPr>
          <a:xfrm>
            <a:off x="10758922" y="6217920"/>
            <a:ext cx="365760" cy="365760"/>
          </a:xfrm>
          <a:prstGeom prst="ellipse">
            <a:avLst/>
          </a:prstGeom>
          <a:solidFill>
            <a:srgbClr val="1D1D1D">
              <a:alpha val="69803"/>
            </a:srgbClr>
          </a:solidFill>
          <a:ln>
            <a:noFill/>
          </a:ln>
        </p:spPr>
        <p:txBody>
          <a:bodyPr spcFirstLastPara="1" wrap="square" lIns="18275" tIns="45700" rIns="18275" bIns="45700" anchor="ctr" anchorCtr="0">
            <a:noAutofit/>
          </a:bodyPr>
          <a:lstStyle>
            <a:lvl1pPr marL="0" lvl="0" indent="0" algn="ctr">
              <a:spcBef>
                <a:spcPts val="0"/>
              </a:spcBef>
              <a:buNone/>
              <a:defRPr/>
            </a:lvl1pPr>
            <a:lvl2pPr marL="0" lvl="1" indent="0" algn="ctr">
              <a:spcBef>
                <a:spcPts val="0"/>
              </a:spcBef>
              <a:buNone/>
              <a:defRPr/>
            </a:lvl2pPr>
            <a:lvl3pPr marL="0" lvl="2" indent="0" algn="ctr">
              <a:spcBef>
                <a:spcPts val="0"/>
              </a:spcBef>
              <a:buNone/>
              <a:defRPr/>
            </a:lvl3pPr>
            <a:lvl4pPr marL="0" lvl="3" indent="0" algn="ctr">
              <a:spcBef>
                <a:spcPts val="0"/>
              </a:spcBef>
              <a:buNone/>
              <a:defRPr/>
            </a:lvl4pPr>
            <a:lvl5pPr marL="0" lvl="4" indent="0" algn="ctr">
              <a:spcBef>
                <a:spcPts val="0"/>
              </a:spcBef>
              <a:buNone/>
              <a:defRPr/>
            </a:lvl5pPr>
            <a:lvl6pPr marL="0" lvl="5" indent="0" algn="ctr">
              <a:spcBef>
                <a:spcPts val="0"/>
              </a:spcBef>
              <a:buNone/>
              <a:defRPr/>
            </a:lvl6pPr>
            <a:lvl7pPr marL="0" lvl="6" indent="0" algn="ctr">
              <a:spcBef>
                <a:spcPts val="0"/>
              </a:spcBef>
              <a:buNone/>
              <a:defRPr/>
            </a:lvl7pPr>
            <a:lvl8pPr marL="0" lvl="7" indent="0" algn="ctr">
              <a:spcBef>
                <a:spcPts val="0"/>
              </a:spcBef>
              <a:buNone/>
              <a:defRPr/>
            </a:lvl8pPr>
            <a:lvl9pPr marL="0" lvl="8" indent="0" algn="ctr">
              <a:spcBef>
                <a:spcPts val="0"/>
              </a:spcBef>
              <a:buNone/>
              <a:defRPr/>
            </a:lvl9pPr>
          </a:lstStyle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60" name="Google Shape;60;p11"/>
          <p:cNvSpPr txBox="1">
            <a:spLocks noGrp="1"/>
          </p:cNvSpPr>
          <p:nvPr>
            <p:ph type="title"/>
          </p:nvPr>
        </p:nvSpPr>
        <p:spPr>
          <a:xfrm>
            <a:off x="2231136" y="964692"/>
            <a:ext cx="7729728" cy="1188720"/>
          </a:xfrm>
          <a:prstGeom prst="rect">
            <a:avLst/>
          </a:prstGeom>
          <a:solidFill>
            <a:srgbClr val="FFFFFF"/>
          </a:solidFill>
          <a:ln w="31750" cap="sq" cmpd="sng">
            <a:solidFill>
              <a:srgbClr val="404040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182875" tIns="182875" rIns="182875" bIns="182875" anchor="ctr" anchorCtr="0">
            <a:norm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262626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12"/>
          <p:cNvSpPr txBox="1">
            <a:spLocks noGrp="1"/>
          </p:cNvSpPr>
          <p:nvPr>
            <p:ph type="title"/>
          </p:nvPr>
        </p:nvSpPr>
        <p:spPr>
          <a:xfrm>
            <a:off x="2231136" y="964692"/>
            <a:ext cx="7729728" cy="1188720"/>
          </a:xfrm>
          <a:prstGeom prst="rect">
            <a:avLst/>
          </a:prstGeom>
          <a:solidFill>
            <a:srgbClr val="FFFFFF"/>
          </a:solidFill>
          <a:ln w="31750" cap="sq" cmpd="sng">
            <a:solidFill>
              <a:srgbClr val="404040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182875" tIns="182875" rIns="182875" bIns="182875" anchor="ctr" anchorCtr="0">
            <a:norm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262626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3" name="Google Shape;63;p12"/>
          <p:cNvSpPr txBox="1">
            <a:spLocks noGrp="1"/>
          </p:cNvSpPr>
          <p:nvPr>
            <p:ph type="dt" idx="10"/>
          </p:nvPr>
        </p:nvSpPr>
        <p:spPr>
          <a:xfrm>
            <a:off x="7821429" y="6238816"/>
            <a:ext cx="2753746" cy="3239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4" name="Google Shape;64;p12"/>
          <p:cNvSpPr txBox="1">
            <a:spLocks noGrp="1"/>
          </p:cNvSpPr>
          <p:nvPr>
            <p:ph type="ftr" idx="11"/>
          </p:nvPr>
        </p:nvSpPr>
        <p:spPr>
          <a:xfrm>
            <a:off x="1600200" y="6236208"/>
            <a:ext cx="5901189" cy="3200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5" name="Google Shape;65;p12"/>
          <p:cNvSpPr>
            <a:spLocks noGrp="1"/>
          </p:cNvSpPr>
          <p:nvPr>
            <p:ph type="sldNum" idx="12"/>
          </p:nvPr>
        </p:nvSpPr>
        <p:spPr>
          <a:xfrm>
            <a:off x="10758922" y="6217920"/>
            <a:ext cx="365760" cy="365760"/>
          </a:xfrm>
          <a:prstGeom prst="ellipse">
            <a:avLst/>
          </a:prstGeom>
          <a:solidFill>
            <a:srgbClr val="1D1D1D">
              <a:alpha val="69803"/>
            </a:srgbClr>
          </a:solidFill>
          <a:ln>
            <a:noFill/>
          </a:ln>
        </p:spPr>
        <p:txBody>
          <a:bodyPr spcFirstLastPara="1" wrap="square" lIns="18275" tIns="45700" rIns="18275" bIns="45700" anchor="ctr" anchorCtr="0">
            <a:noAutofit/>
          </a:bodyPr>
          <a:lstStyle>
            <a:lvl1pPr marL="0" lvl="0" indent="0" algn="ctr">
              <a:spcBef>
                <a:spcPts val="0"/>
              </a:spcBef>
              <a:buNone/>
              <a:defRPr/>
            </a:lvl1pPr>
            <a:lvl2pPr marL="0" lvl="1" indent="0" algn="ctr">
              <a:spcBef>
                <a:spcPts val="0"/>
              </a:spcBef>
              <a:buNone/>
              <a:defRPr/>
            </a:lvl2pPr>
            <a:lvl3pPr marL="0" lvl="2" indent="0" algn="ctr">
              <a:spcBef>
                <a:spcPts val="0"/>
              </a:spcBef>
              <a:buNone/>
              <a:defRPr/>
            </a:lvl3pPr>
            <a:lvl4pPr marL="0" lvl="3" indent="0" algn="ctr">
              <a:spcBef>
                <a:spcPts val="0"/>
              </a:spcBef>
              <a:buNone/>
              <a:defRPr/>
            </a:lvl4pPr>
            <a:lvl5pPr marL="0" lvl="4" indent="0" algn="ctr">
              <a:spcBef>
                <a:spcPts val="0"/>
              </a:spcBef>
              <a:buNone/>
              <a:defRPr/>
            </a:lvl5pPr>
            <a:lvl6pPr marL="0" lvl="5" indent="0" algn="ctr">
              <a:spcBef>
                <a:spcPts val="0"/>
              </a:spcBef>
              <a:buNone/>
              <a:defRPr/>
            </a:lvl6pPr>
            <a:lvl7pPr marL="0" lvl="6" indent="0" algn="ctr">
              <a:spcBef>
                <a:spcPts val="0"/>
              </a:spcBef>
              <a:buNone/>
              <a:defRPr/>
            </a:lvl7pPr>
            <a:lvl8pPr marL="0" lvl="7" indent="0" algn="ctr">
              <a:spcBef>
                <a:spcPts val="0"/>
              </a:spcBef>
              <a:buNone/>
              <a:defRPr/>
            </a:lvl8pPr>
            <a:lvl9pPr marL="0" lvl="8" indent="0" algn="ctr">
              <a:spcBef>
                <a:spcPts val="0"/>
              </a:spcBef>
              <a:buNone/>
              <a:defRPr/>
            </a:lvl9pPr>
          </a:lstStyle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13"/>
          <p:cNvSpPr txBox="1">
            <a:spLocks noGrp="1"/>
          </p:cNvSpPr>
          <p:nvPr>
            <p:ph type="dt" idx="10"/>
          </p:nvPr>
        </p:nvSpPr>
        <p:spPr>
          <a:xfrm>
            <a:off x="7821429" y="6238816"/>
            <a:ext cx="2753746" cy="3239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8" name="Google Shape;68;p13"/>
          <p:cNvSpPr txBox="1">
            <a:spLocks noGrp="1"/>
          </p:cNvSpPr>
          <p:nvPr>
            <p:ph type="ftr" idx="11"/>
          </p:nvPr>
        </p:nvSpPr>
        <p:spPr>
          <a:xfrm>
            <a:off x="1600200" y="6236208"/>
            <a:ext cx="5901189" cy="3200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9" name="Google Shape;69;p13"/>
          <p:cNvSpPr>
            <a:spLocks noGrp="1"/>
          </p:cNvSpPr>
          <p:nvPr>
            <p:ph type="sldNum" idx="12"/>
          </p:nvPr>
        </p:nvSpPr>
        <p:spPr>
          <a:xfrm>
            <a:off x="10758922" y="6217920"/>
            <a:ext cx="365760" cy="365760"/>
          </a:xfrm>
          <a:prstGeom prst="ellipse">
            <a:avLst/>
          </a:prstGeom>
          <a:solidFill>
            <a:srgbClr val="1D1D1D">
              <a:alpha val="69803"/>
            </a:srgbClr>
          </a:solidFill>
          <a:ln>
            <a:noFill/>
          </a:ln>
        </p:spPr>
        <p:txBody>
          <a:bodyPr spcFirstLastPara="1" wrap="square" lIns="18275" tIns="45700" rIns="18275" bIns="45700" anchor="ctr" anchorCtr="0">
            <a:noAutofit/>
          </a:bodyPr>
          <a:lstStyle>
            <a:lvl1pPr marL="0" lvl="0" indent="0" algn="ctr">
              <a:spcBef>
                <a:spcPts val="0"/>
              </a:spcBef>
              <a:buNone/>
              <a:defRPr/>
            </a:lvl1pPr>
            <a:lvl2pPr marL="0" lvl="1" indent="0" algn="ctr">
              <a:spcBef>
                <a:spcPts val="0"/>
              </a:spcBef>
              <a:buNone/>
              <a:defRPr/>
            </a:lvl2pPr>
            <a:lvl3pPr marL="0" lvl="2" indent="0" algn="ctr">
              <a:spcBef>
                <a:spcPts val="0"/>
              </a:spcBef>
              <a:buNone/>
              <a:defRPr/>
            </a:lvl3pPr>
            <a:lvl4pPr marL="0" lvl="3" indent="0" algn="ctr">
              <a:spcBef>
                <a:spcPts val="0"/>
              </a:spcBef>
              <a:buNone/>
              <a:defRPr/>
            </a:lvl4pPr>
            <a:lvl5pPr marL="0" lvl="4" indent="0" algn="ctr">
              <a:spcBef>
                <a:spcPts val="0"/>
              </a:spcBef>
              <a:buNone/>
              <a:defRPr/>
            </a:lvl5pPr>
            <a:lvl6pPr marL="0" lvl="5" indent="0" algn="ctr">
              <a:spcBef>
                <a:spcPts val="0"/>
              </a:spcBef>
              <a:buNone/>
              <a:defRPr/>
            </a:lvl6pPr>
            <a:lvl7pPr marL="0" lvl="6" indent="0" algn="ctr">
              <a:spcBef>
                <a:spcPts val="0"/>
              </a:spcBef>
              <a:buNone/>
              <a:defRPr/>
            </a:lvl7pPr>
            <a:lvl8pPr marL="0" lvl="7" indent="0" algn="ctr">
              <a:spcBef>
                <a:spcPts val="0"/>
              </a:spcBef>
              <a:buNone/>
              <a:defRPr/>
            </a:lvl8pPr>
            <a:lvl9pPr marL="0" lvl="8" indent="0" algn="ctr">
              <a:spcBef>
                <a:spcPts val="0"/>
              </a:spcBef>
              <a:buNone/>
              <a:defRPr/>
            </a:lvl9pPr>
          </a:lstStyle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ntent with Caption" type="objTx">
  <p:cSld name="OBJECT_WITH_CAPTION_TEXT">
    <p:spTree>
      <p:nvGrpSpPr>
        <p:cNvPr id="1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4"/>
          <p:cNvSpPr/>
          <p:nvPr/>
        </p:nvSpPr>
        <p:spPr>
          <a:xfrm>
            <a:off x="0" y="0"/>
            <a:ext cx="6096000" cy="6858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2" name="Google Shape;72;p14"/>
          <p:cNvSpPr txBox="1">
            <a:spLocks noGrp="1"/>
          </p:cNvSpPr>
          <p:nvPr>
            <p:ph type="title"/>
          </p:nvPr>
        </p:nvSpPr>
        <p:spPr>
          <a:xfrm>
            <a:off x="804672" y="2243828"/>
            <a:ext cx="4486656" cy="1141497"/>
          </a:xfrm>
          <a:prstGeom prst="rect">
            <a:avLst/>
          </a:prstGeom>
          <a:solidFill>
            <a:srgbClr val="FFFFFF"/>
          </a:solidFill>
          <a:ln w="9525" cap="flat" cmpd="sng">
            <a:solidFill>
              <a:srgbClr val="40404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182875" tIns="182875" rIns="182875" bIns="182875" anchor="ctr" anchorCtr="1">
            <a:norm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262626"/>
              </a:buClr>
              <a:buSzPts val="2200"/>
              <a:buFont typeface="Gill Sans"/>
              <a:buNone/>
              <a:defRPr sz="2200">
                <a:solidFill>
                  <a:srgbClr val="262626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3" name="Google Shape;73;p14"/>
          <p:cNvSpPr txBox="1">
            <a:spLocks noGrp="1"/>
          </p:cNvSpPr>
          <p:nvPr>
            <p:ph type="body" idx="1"/>
          </p:nvPr>
        </p:nvSpPr>
        <p:spPr>
          <a:xfrm>
            <a:off x="6736080" y="804672"/>
            <a:ext cx="4815840" cy="524865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925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900"/>
              <a:buChar char="•"/>
              <a:defRPr sz="1900">
                <a:solidFill>
                  <a:schemeClr val="dk1"/>
                </a:solidFill>
              </a:defRPr>
            </a:lvl1pPr>
            <a:lvl2pPr marL="914400" lvl="1" indent="-3302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600"/>
              <a:buChar char="•"/>
              <a:defRPr sz="1600">
                <a:solidFill>
                  <a:schemeClr val="dk1"/>
                </a:solidFill>
              </a:defRPr>
            </a:lvl2pPr>
            <a:lvl3pPr marL="1371600" lvl="2" indent="-3302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600"/>
              <a:buChar char="•"/>
              <a:defRPr sz="1600">
                <a:solidFill>
                  <a:schemeClr val="dk1"/>
                </a:solidFill>
              </a:defRPr>
            </a:lvl3pPr>
            <a:lvl4pPr marL="1828800" lvl="3" indent="-3302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600"/>
              <a:buChar char="•"/>
              <a:defRPr sz="1600">
                <a:solidFill>
                  <a:schemeClr val="dk1"/>
                </a:solidFill>
              </a:defRPr>
            </a:lvl4pPr>
            <a:lvl5pPr marL="2286000" lvl="4" indent="-3302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600"/>
              <a:buChar char="•"/>
              <a:defRPr sz="1600">
                <a:solidFill>
                  <a:schemeClr val="dk1"/>
                </a:solidFill>
              </a:defRPr>
            </a:lvl5pPr>
            <a:lvl6pPr marL="2743200" lvl="5" indent="-3302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600"/>
              <a:buChar char="•"/>
              <a:defRPr sz="1600"/>
            </a:lvl6pPr>
            <a:lvl7pPr marL="3200400" lvl="6" indent="-3302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600"/>
              <a:buChar char="•"/>
              <a:defRPr sz="1600"/>
            </a:lvl7pPr>
            <a:lvl8pPr marL="3657600" lvl="7" indent="-3302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600"/>
              <a:buChar char="•"/>
              <a:defRPr sz="1600"/>
            </a:lvl8pPr>
            <a:lvl9pPr marL="4114800" lvl="8" indent="-3302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600"/>
              <a:buChar char="•"/>
              <a:defRPr sz="1600"/>
            </a:lvl9pPr>
          </a:lstStyle>
          <a:p>
            <a:endParaRPr/>
          </a:p>
        </p:txBody>
      </p:sp>
      <p:sp>
        <p:nvSpPr>
          <p:cNvPr id="74" name="Google Shape;74;p14"/>
          <p:cNvSpPr txBox="1">
            <a:spLocks noGrp="1"/>
          </p:cNvSpPr>
          <p:nvPr>
            <p:ph type="body" idx="2"/>
          </p:nvPr>
        </p:nvSpPr>
        <p:spPr>
          <a:xfrm>
            <a:off x="1115568" y="3549918"/>
            <a:ext cx="3794760" cy="219403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1">
            <a:normAutofit/>
          </a:bodyPr>
          <a:lstStyle>
            <a:lvl1pPr marL="457200" lvl="0" indent="-228600" algn="ctr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500"/>
              <a:buNone/>
              <a:defRPr sz="1500">
                <a:solidFill>
                  <a:srgbClr val="FFFFFF"/>
                </a:solidFill>
              </a:defRPr>
            </a:lvl1pPr>
            <a:lvl2pPr marL="914400" lvl="1" indent="-2286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400"/>
              <a:buNone/>
              <a:defRPr sz="1400"/>
            </a:lvl2pPr>
            <a:lvl3pPr marL="1371600" lvl="2" indent="-2286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200"/>
              <a:buNone/>
              <a:defRPr sz="1200"/>
            </a:lvl3pPr>
            <a:lvl4pPr marL="1828800" lvl="3" indent="-2286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000"/>
              <a:buNone/>
              <a:defRPr sz="1000"/>
            </a:lvl4pPr>
            <a:lvl5pPr marL="2286000" lvl="4" indent="-2286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000"/>
              <a:buNone/>
              <a:defRPr sz="1000"/>
            </a:lvl5pPr>
            <a:lvl6pPr marL="2743200" lvl="5" indent="-2286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000"/>
              <a:buNone/>
              <a:defRPr sz="1000"/>
            </a:lvl6pPr>
            <a:lvl7pPr marL="3200400" lvl="6" indent="-2286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000"/>
              <a:buNone/>
              <a:defRPr sz="1000"/>
            </a:lvl7pPr>
            <a:lvl8pPr marL="3657600" lvl="7" indent="-2286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000"/>
              <a:buNone/>
              <a:defRPr sz="1000"/>
            </a:lvl8pPr>
            <a:lvl9pPr marL="4114800" lvl="8" indent="-2286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000"/>
              <a:buNone/>
              <a:defRPr sz="1000"/>
            </a:lvl9pPr>
          </a:lstStyle>
          <a:p>
            <a:endParaRPr/>
          </a:p>
        </p:txBody>
      </p:sp>
      <p:sp>
        <p:nvSpPr>
          <p:cNvPr id="75" name="Google Shape;75;p14"/>
          <p:cNvSpPr txBox="1">
            <a:spLocks noGrp="1"/>
          </p:cNvSpPr>
          <p:nvPr>
            <p:ph type="dt" idx="10"/>
          </p:nvPr>
        </p:nvSpPr>
        <p:spPr>
          <a:xfrm>
            <a:off x="7821429" y="6238816"/>
            <a:ext cx="2753746" cy="3239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6" name="Google Shape;76;p14"/>
          <p:cNvSpPr txBox="1">
            <a:spLocks noGrp="1"/>
          </p:cNvSpPr>
          <p:nvPr>
            <p:ph type="ftr" idx="11"/>
          </p:nvPr>
        </p:nvSpPr>
        <p:spPr>
          <a:xfrm>
            <a:off x="804672" y="6236208"/>
            <a:ext cx="5124797" cy="3200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>
                <a:solidFill>
                  <a:srgbClr val="FFFFFF"/>
                </a:solidFill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7" name="Google Shape;77;p14"/>
          <p:cNvSpPr>
            <a:spLocks noGrp="1"/>
          </p:cNvSpPr>
          <p:nvPr>
            <p:ph type="sldNum" idx="12"/>
          </p:nvPr>
        </p:nvSpPr>
        <p:spPr>
          <a:xfrm>
            <a:off x="10758922" y="6217920"/>
            <a:ext cx="365760" cy="365760"/>
          </a:xfrm>
          <a:prstGeom prst="ellipse">
            <a:avLst/>
          </a:prstGeom>
          <a:solidFill>
            <a:srgbClr val="1D1D1D">
              <a:alpha val="69803"/>
            </a:srgbClr>
          </a:solidFill>
          <a:ln>
            <a:noFill/>
          </a:ln>
        </p:spPr>
        <p:txBody>
          <a:bodyPr spcFirstLastPara="1" wrap="square" lIns="18275" tIns="45700" rIns="18275" bIns="45700" anchor="ctr" anchorCtr="0">
            <a:noAutofit/>
          </a:bodyPr>
          <a:lstStyle>
            <a:lvl1pPr marL="0" lvl="0" indent="0" algn="ctr">
              <a:spcBef>
                <a:spcPts val="0"/>
              </a:spcBef>
              <a:buNone/>
              <a:defRPr/>
            </a:lvl1pPr>
            <a:lvl2pPr marL="0" lvl="1" indent="0" algn="ctr">
              <a:spcBef>
                <a:spcPts val="0"/>
              </a:spcBef>
              <a:buNone/>
              <a:defRPr/>
            </a:lvl2pPr>
            <a:lvl3pPr marL="0" lvl="2" indent="0" algn="ctr">
              <a:spcBef>
                <a:spcPts val="0"/>
              </a:spcBef>
              <a:buNone/>
              <a:defRPr/>
            </a:lvl3pPr>
            <a:lvl4pPr marL="0" lvl="3" indent="0" algn="ctr">
              <a:spcBef>
                <a:spcPts val="0"/>
              </a:spcBef>
              <a:buNone/>
              <a:defRPr/>
            </a:lvl4pPr>
            <a:lvl5pPr marL="0" lvl="4" indent="0" algn="ctr">
              <a:spcBef>
                <a:spcPts val="0"/>
              </a:spcBef>
              <a:buNone/>
              <a:defRPr/>
            </a:lvl5pPr>
            <a:lvl6pPr marL="0" lvl="5" indent="0" algn="ctr">
              <a:spcBef>
                <a:spcPts val="0"/>
              </a:spcBef>
              <a:buNone/>
              <a:defRPr/>
            </a:lvl6pPr>
            <a:lvl7pPr marL="0" lvl="6" indent="0" algn="ctr">
              <a:spcBef>
                <a:spcPts val="0"/>
              </a:spcBef>
              <a:buNone/>
              <a:defRPr/>
            </a:lvl7pPr>
            <a:lvl8pPr marL="0" lvl="7" indent="0" algn="ctr">
              <a:spcBef>
                <a:spcPts val="0"/>
              </a:spcBef>
              <a:buNone/>
              <a:defRPr/>
            </a:lvl8pPr>
            <a:lvl9pPr marL="0" lvl="8" indent="0" algn="ctr">
              <a:spcBef>
                <a:spcPts val="0"/>
              </a:spcBef>
              <a:buNone/>
              <a:defRPr/>
            </a:lvl9pPr>
          </a:lstStyle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Picture with Caption" type="picTx">
  <p:cSld name="PICTURE_WITH_CAPTION_TEXT">
    <p:spTree>
      <p:nvGrpSpPr>
        <p:cNvPr id="1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5"/>
          <p:cNvSpPr/>
          <p:nvPr/>
        </p:nvSpPr>
        <p:spPr>
          <a:xfrm>
            <a:off x="0" y="0"/>
            <a:ext cx="6095999" cy="6858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0" name="Google Shape;80;p15"/>
          <p:cNvSpPr txBox="1">
            <a:spLocks noGrp="1"/>
          </p:cNvSpPr>
          <p:nvPr>
            <p:ph type="title"/>
          </p:nvPr>
        </p:nvSpPr>
        <p:spPr>
          <a:xfrm>
            <a:off x="808523" y="2243828"/>
            <a:ext cx="4494998" cy="1134640"/>
          </a:xfrm>
          <a:prstGeom prst="rect">
            <a:avLst/>
          </a:prstGeom>
          <a:solidFill>
            <a:srgbClr val="FFFFFF"/>
          </a:solidFill>
          <a:ln w="9525" cap="flat" cmpd="sng">
            <a:solidFill>
              <a:srgbClr val="40404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182875" tIns="182875" rIns="182875" bIns="182875" anchor="ctr" anchorCtr="1">
            <a:no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262626"/>
              </a:buClr>
              <a:buSzPts val="2200"/>
              <a:buFont typeface="Gill Sans"/>
              <a:buNone/>
              <a:defRPr sz="2200">
                <a:solidFill>
                  <a:srgbClr val="262626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81" name="Google Shape;81;p15"/>
          <p:cNvSpPr>
            <a:spLocks noGrp="1"/>
          </p:cNvSpPr>
          <p:nvPr>
            <p:ph type="pic" idx="2"/>
          </p:nvPr>
        </p:nvSpPr>
        <p:spPr>
          <a:xfrm>
            <a:off x="6095999" y="0"/>
            <a:ext cx="6102097" cy="6858000"/>
          </a:xfrm>
          <a:prstGeom prst="rect">
            <a:avLst/>
          </a:prstGeom>
          <a:solidFill>
            <a:srgbClr val="BFBFBF"/>
          </a:solidFill>
          <a:ln>
            <a:noFill/>
          </a:ln>
        </p:spPr>
      </p:sp>
      <p:sp>
        <p:nvSpPr>
          <p:cNvPr id="82" name="Google Shape;82;p15"/>
          <p:cNvSpPr txBox="1">
            <a:spLocks noGrp="1"/>
          </p:cNvSpPr>
          <p:nvPr>
            <p:ph type="body" idx="1"/>
          </p:nvPr>
        </p:nvSpPr>
        <p:spPr>
          <a:xfrm>
            <a:off x="1115568" y="3549918"/>
            <a:ext cx="3794760" cy="219403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1">
            <a:normAutofit/>
          </a:bodyPr>
          <a:lstStyle>
            <a:lvl1pPr marL="457200" lvl="0" indent="-228600" algn="ctr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500"/>
              <a:buNone/>
              <a:defRPr sz="1500">
                <a:solidFill>
                  <a:srgbClr val="FFFFFF"/>
                </a:solidFill>
              </a:defRPr>
            </a:lvl1pPr>
            <a:lvl2pPr marL="914400" lvl="1" indent="-2286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400"/>
              <a:buNone/>
              <a:defRPr sz="1400"/>
            </a:lvl2pPr>
            <a:lvl3pPr marL="1371600" lvl="2" indent="-2286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200"/>
              <a:buNone/>
              <a:defRPr sz="1200"/>
            </a:lvl3pPr>
            <a:lvl4pPr marL="1828800" lvl="3" indent="-2286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000"/>
              <a:buNone/>
              <a:defRPr sz="1000"/>
            </a:lvl4pPr>
            <a:lvl5pPr marL="2286000" lvl="4" indent="-2286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000"/>
              <a:buNone/>
              <a:defRPr sz="1000"/>
            </a:lvl5pPr>
            <a:lvl6pPr marL="2743200" lvl="5" indent="-2286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000"/>
              <a:buNone/>
              <a:defRPr sz="1000"/>
            </a:lvl6pPr>
            <a:lvl7pPr marL="3200400" lvl="6" indent="-2286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000"/>
              <a:buNone/>
              <a:defRPr sz="1000"/>
            </a:lvl7pPr>
            <a:lvl8pPr marL="3657600" lvl="7" indent="-2286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000"/>
              <a:buNone/>
              <a:defRPr sz="1000"/>
            </a:lvl8pPr>
            <a:lvl9pPr marL="4114800" lvl="8" indent="-2286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000"/>
              <a:buNone/>
              <a:defRPr sz="1000"/>
            </a:lvl9pPr>
          </a:lstStyle>
          <a:p>
            <a:endParaRPr/>
          </a:p>
        </p:txBody>
      </p:sp>
      <p:sp>
        <p:nvSpPr>
          <p:cNvPr id="83" name="Google Shape;83;p15"/>
          <p:cNvSpPr txBox="1">
            <a:spLocks noGrp="1"/>
          </p:cNvSpPr>
          <p:nvPr>
            <p:ph type="dt" idx="10"/>
          </p:nvPr>
        </p:nvSpPr>
        <p:spPr>
          <a:xfrm>
            <a:off x="7821429" y="6238816"/>
            <a:ext cx="2753746" cy="3239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>
                <a:solidFill>
                  <a:srgbClr val="FFFFFF"/>
                </a:solidFill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84" name="Google Shape;84;p15"/>
          <p:cNvSpPr txBox="1">
            <a:spLocks noGrp="1"/>
          </p:cNvSpPr>
          <p:nvPr>
            <p:ph type="ftr" idx="11"/>
          </p:nvPr>
        </p:nvSpPr>
        <p:spPr>
          <a:xfrm>
            <a:off x="804672" y="6236208"/>
            <a:ext cx="5124797" cy="3200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>
                <a:solidFill>
                  <a:srgbClr val="FFFFFF"/>
                </a:solidFill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85" name="Google Shape;85;p15"/>
          <p:cNvSpPr>
            <a:spLocks noGrp="1"/>
          </p:cNvSpPr>
          <p:nvPr>
            <p:ph type="sldNum" idx="12"/>
          </p:nvPr>
        </p:nvSpPr>
        <p:spPr>
          <a:xfrm>
            <a:off x="10758922" y="6217920"/>
            <a:ext cx="365760" cy="365760"/>
          </a:xfrm>
          <a:prstGeom prst="ellipse">
            <a:avLst/>
          </a:prstGeom>
          <a:solidFill>
            <a:srgbClr val="1D1D1D">
              <a:alpha val="69803"/>
            </a:srgbClr>
          </a:solidFill>
          <a:ln>
            <a:noFill/>
          </a:ln>
        </p:spPr>
        <p:txBody>
          <a:bodyPr spcFirstLastPara="1" wrap="square" lIns="18275" tIns="45700" rIns="18275" bIns="45700" anchor="ctr" anchorCtr="0">
            <a:noAutofit/>
          </a:bodyPr>
          <a:lstStyle>
            <a:lvl1pPr marL="0" lvl="0" indent="0" algn="ctr">
              <a:spcBef>
                <a:spcPts val="0"/>
              </a:spcBef>
              <a:buNone/>
              <a:defRPr/>
            </a:lvl1pPr>
            <a:lvl2pPr marL="0" lvl="1" indent="0" algn="ctr">
              <a:spcBef>
                <a:spcPts val="0"/>
              </a:spcBef>
              <a:buNone/>
              <a:defRPr/>
            </a:lvl2pPr>
            <a:lvl3pPr marL="0" lvl="2" indent="0" algn="ctr">
              <a:spcBef>
                <a:spcPts val="0"/>
              </a:spcBef>
              <a:buNone/>
              <a:defRPr/>
            </a:lvl3pPr>
            <a:lvl4pPr marL="0" lvl="3" indent="0" algn="ctr">
              <a:spcBef>
                <a:spcPts val="0"/>
              </a:spcBef>
              <a:buNone/>
              <a:defRPr/>
            </a:lvl4pPr>
            <a:lvl5pPr marL="0" lvl="4" indent="0" algn="ctr">
              <a:spcBef>
                <a:spcPts val="0"/>
              </a:spcBef>
              <a:buNone/>
              <a:defRPr/>
            </a:lvl5pPr>
            <a:lvl6pPr marL="0" lvl="5" indent="0" algn="ctr">
              <a:spcBef>
                <a:spcPts val="0"/>
              </a:spcBef>
              <a:buNone/>
              <a:defRPr/>
            </a:lvl6pPr>
            <a:lvl7pPr marL="0" lvl="6" indent="0" algn="ctr">
              <a:spcBef>
                <a:spcPts val="0"/>
              </a:spcBef>
              <a:buNone/>
              <a:defRPr/>
            </a:lvl7pPr>
            <a:lvl8pPr marL="0" lvl="7" indent="0" algn="ctr">
              <a:spcBef>
                <a:spcPts val="0"/>
              </a:spcBef>
              <a:buNone/>
              <a:defRPr/>
            </a:lvl8pPr>
            <a:lvl9pPr marL="0" lvl="8" indent="0" algn="ctr">
              <a:spcBef>
                <a:spcPts val="0"/>
              </a:spcBef>
              <a:buNone/>
              <a:defRPr/>
            </a:lvl9pPr>
          </a:lstStyle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Vertical Text" type="vertTx">
  <p:cSld name="VERTICAL_TEXT">
    <p:spTree>
      <p:nvGrpSpPr>
        <p:cNvPr id="1" name="Shape 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7" name="Google Shape;87;p16"/>
          <p:cNvSpPr txBox="1">
            <a:spLocks noGrp="1"/>
          </p:cNvSpPr>
          <p:nvPr>
            <p:ph type="title"/>
          </p:nvPr>
        </p:nvSpPr>
        <p:spPr>
          <a:xfrm>
            <a:off x="2231136" y="964692"/>
            <a:ext cx="7729728" cy="1188720"/>
          </a:xfrm>
          <a:prstGeom prst="rect">
            <a:avLst/>
          </a:prstGeom>
          <a:solidFill>
            <a:srgbClr val="FFFFFF"/>
          </a:solidFill>
          <a:ln w="31750" cap="sq" cmpd="sng">
            <a:solidFill>
              <a:srgbClr val="404040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182875" tIns="182875" rIns="182875" bIns="182875" anchor="ctr" anchorCtr="0">
            <a:norm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262626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88" name="Google Shape;88;p16"/>
          <p:cNvSpPr txBox="1">
            <a:spLocks noGrp="1"/>
          </p:cNvSpPr>
          <p:nvPr>
            <p:ph type="body" idx="1"/>
          </p:nvPr>
        </p:nvSpPr>
        <p:spPr>
          <a:xfrm rot="5400000">
            <a:off x="4545009" y="324172"/>
            <a:ext cx="3101983" cy="772972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800"/>
              <a:buChar char="•"/>
              <a:defRPr/>
            </a:lvl1pPr>
            <a:lvl2pPr marL="914400" lvl="1" indent="-3429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800"/>
              <a:buChar char="•"/>
              <a:defRPr/>
            </a:lvl2pPr>
            <a:lvl3pPr marL="1371600" lvl="2" indent="-3429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800"/>
              <a:buChar char="•"/>
              <a:defRPr/>
            </a:lvl3pPr>
            <a:lvl4pPr marL="1828800" lvl="3" indent="-3429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800"/>
              <a:buChar char="•"/>
              <a:defRPr/>
            </a:lvl4pPr>
            <a:lvl5pPr marL="2286000" lvl="4" indent="-3429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800"/>
              <a:buChar char="•"/>
              <a:defRPr/>
            </a:lvl5pPr>
            <a:lvl6pPr marL="2743200" lvl="5" indent="-3429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800"/>
              <a:buChar char="•"/>
              <a:defRPr/>
            </a:lvl6pPr>
            <a:lvl7pPr marL="3200400" lvl="6" indent="-3429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800"/>
              <a:buChar char="•"/>
              <a:defRPr/>
            </a:lvl7pPr>
            <a:lvl8pPr marL="3657600" lvl="7" indent="-3429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800"/>
              <a:buChar char="•"/>
              <a:defRPr/>
            </a:lvl8pPr>
            <a:lvl9pPr marL="4114800" lvl="8" indent="-3429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89" name="Google Shape;89;p16"/>
          <p:cNvSpPr txBox="1">
            <a:spLocks noGrp="1"/>
          </p:cNvSpPr>
          <p:nvPr>
            <p:ph type="dt" idx="10"/>
          </p:nvPr>
        </p:nvSpPr>
        <p:spPr>
          <a:xfrm>
            <a:off x="7821429" y="6238816"/>
            <a:ext cx="2753746" cy="3239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90" name="Google Shape;90;p16"/>
          <p:cNvSpPr txBox="1">
            <a:spLocks noGrp="1"/>
          </p:cNvSpPr>
          <p:nvPr>
            <p:ph type="ftr" idx="11"/>
          </p:nvPr>
        </p:nvSpPr>
        <p:spPr>
          <a:xfrm>
            <a:off x="1600200" y="6236208"/>
            <a:ext cx="5901189" cy="3200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91" name="Google Shape;91;p16"/>
          <p:cNvSpPr>
            <a:spLocks noGrp="1"/>
          </p:cNvSpPr>
          <p:nvPr>
            <p:ph type="sldNum" idx="12"/>
          </p:nvPr>
        </p:nvSpPr>
        <p:spPr>
          <a:xfrm>
            <a:off x="10758922" y="6217920"/>
            <a:ext cx="365760" cy="365760"/>
          </a:xfrm>
          <a:prstGeom prst="ellipse">
            <a:avLst/>
          </a:prstGeom>
          <a:solidFill>
            <a:srgbClr val="1D1D1D">
              <a:alpha val="69803"/>
            </a:srgbClr>
          </a:solidFill>
          <a:ln>
            <a:noFill/>
          </a:ln>
        </p:spPr>
        <p:txBody>
          <a:bodyPr spcFirstLastPara="1" wrap="square" lIns="18275" tIns="45700" rIns="18275" bIns="45700" anchor="ctr" anchorCtr="0">
            <a:noAutofit/>
          </a:bodyPr>
          <a:lstStyle>
            <a:lvl1pPr marL="0" lvl="0" indent="0" algn="ctr">
              <a:spcBef>
                <a:spcPts val="0"/>
              </a:spcBef>
              <a:buNone/>
              <a:defRPr/>
            </a:lvl1pPr>
            <a:lvl2pPr marL="0" lvl="1" indent="0" algn="ctr">
              <a:spcBef>
                <a:spcPts val="0"/>
              </a:spcBef>
              <a:buNone/>
              <a:defRPr/>
            </a:lvl2pPr>
            <a:lvl3pPr marL="0" lvl="2" indent="0" algn="ctr">
              <a:spcBef>
                <a:spcPts val="0"/>
              </a:spcBef>
              <a:buNone/>
              <a:defRPr/>
            </a:lvl3pPr>
            <a:lvl4pPr marL="0" lvl="3" indent="0" algn="ctr">
              <a:spcBef>
                <a:spcPts val="0"/>
              </a:spcBef>
              <a:buNone/>
              <a:defRPr/>
            </a:lvl4pPr>
            <a:lvl5pPr marL="0" lvl="4" indent="0" algn="ctr">
              <a:spcBef>
                <a:spcPts val="0"/>
              </a:spcBef>
              <a:buNone/>
              <a:defRPr/>
            </a:lvl5pPr>
            <a:lvl6pPr marL="0" lvl="5" indent="0" algn="ctr">
              <a:spcBef>
                <a:spcPts val="0"/>
              </a:spcBef>
              <a:buNone/>
              <a:defRPr/>
            </a:lvl6pPr>
            <a:lvl7pPr marL="0" lvl="6" indent="0" algn="ctr">
              <a:spcBef>
                <a:spcPts val="0"/>
              </a:spcBef>
              <a:buNone/>
              <a:defRPr/>
            </a:lvl7pPr>
            <a:lvl8pPr marL="0" lvl="7" indent="0" algn="ctr">
              <a:spcBef>
                <a:spcPts val="0"/>
              </a:spcBef>
              <a:buNone/>
              <a:defRPr/>
            </a:lvl8pPr>
            <a:lvl9pPr marL="0" lvl="8" indent="0" algn="ctr">
              <a:spcBef>
                <a:spcPts val="0"/>
              </a:spcBef>
              <a:buNone/>
              <a:defRPr/>
            </a:lvl9pPr>
          </a:lstStyle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Vertical Title and Text" type="vertTitleAndTx">
  <p:cSld name="VERTICAL_TITLE_AND_VERTICAL_TEXT">
    <p:spTree>
      <p:nvGrpSpPr>
        <p:cNvPr id="1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17"/>
          <p:cNvSpPr txBox="1">
            <a:spLocks noGrp="1"/>
          </p:cNvSpPr>
          <p:nvPr>
            <p:ph type="title"/>
          </p:nvPr>
        </p:nvSpPr>
        <p:spPr>
          <a:xfrm rot="5400000">
            <a:off x="6810676" y="2779696"/>
            <a:ext cx="4983480" cy="1298608"/>
          </a:xfrm>
          <a:prstGeom prst="rect">
            <a:avLst/>
          </a:prstGeom>
          <a:solidFill>
            <a:srgbClr val="FFFFFF"/>
          </a:solidFill>
          <a:ln w="31750" cap="sq" cmpd="sng">
            <a:solidFill>
              <a:srgbClr val="404040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182875" tIns="182875" rIns="182875" bIns="182875" anchor="ctr" anchorCtr="0">
            <a:norm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262626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94" name="Google Shape;94;p17"/>
          <p:cNvSpPr txBox="1">
            <a:spLocks noGrp="1"/>
          </p:cNvSpPr>
          <p:nvPr>
            <p:ph type="body" idx="1"/>
          </p:nvPr>
        </p:nvSpPr>
        <p:spPr>
          <a:xfrm rot="5400000">
            <a:off x="2838641" y="329756"/>
            <a:ext cx="4983480" cy="619848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800"/>
              <a:buChar char="•"/>
              <a:defRPr/>
            </a:lvl1pPr>
            <a:lvl2pPr marL="914400" lvl="1" indent="-3429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800"/>
              <a:buChar char="•"/>
              <a:defRPr/>
            </a:lvl2pPr>
            <a:lvl3pPr marL="1371600" lvl="2" indent="-3429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800"/>
              <a:buChar char="•"/>
              <a:defRPr/>
            </a:lvl3pPr>
            <a:lvl4pPr marL="1828800" lvl="3" indent="-3429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800"/>
              <a:buChar char="•"/>
              <a:defRPr/>
            </a:lvl4pPr>
            <a:lvl5pPr marL="2286000" lvl="4" indent="-3429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800"/>
              <a:buChar char="•"/>
              <a:defRPr/>
            </a:lvl5pPr>
            <a:lvl6pPr marL="2743200" lvl="5" indent="-3429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800"/>
              <a:buChar char="•"/>
              <a:defRPr/>
            </a:lvl6pPr>
            <a:lvl7pPr marL="3200400" lvl="6" indent="-3429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800"/>
              <a:buChar char="•"/>
              <a:defRPr/>
            </a:lvl7pPr>
            <a:lvl8pPr marL="3657600" lvl="7" indent="-3429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800"/>
              <a:buChar char="•"/>
              <a:defRPr/>
            </a:lvl8pPr>
            <a:lvl9pPr marL="4114800" lvl="8" indent="-3429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95" name="Google Shape;95;p17"/>
          <p:cNvSpPr txBox="1">
            <a:spLocks noGrp="1"/>
          </p:cNvSpPr>
          <p:nvPr>
            <p:ph type="dt" idx="10"/>
          </p:nvPr>
        </p:nvSpPr>
        <p:spPr>
          <a:xfrm>
            <a:off x="7821429" y="6238816"/>
            <a:ext cx="2753746" cy="3239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96" name="Google Shape;96;p17"/>
          <p:cNvSpPr txBox="1">
            <a:spLocks noGrp="1"/>
          </p:cNvSpPr>
          <p:nvPr>
            <p:ph type="ftr" idx="11"/>
          </p:nvPr>
        </p:nvSpPr>
        <p:spPr>
          <a:xfrm>
            <a:off x="1600200" y="6236208"/>
            <a:ext cx="5901189" cy="3200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97" name="Google Shape;97;p17"/>
          <p:cNvSpPr>
            <a:spLocks noGrp="1"/>
          </p:cNvSpPr>
          <p:nvPr>
            <p:ph type="sldNum" idx="12"/>
          </p:nvPr>
        </p:nvSpPr>
        <p:spPr>
          <a:xfrm>
            <a:off x="10758922" y="6217920"/>
            <a:ext cx="365760" cy="365760"/>
          </a:xfrm>
          <a:prstGeom prst="ellipse">
            <a:avLst/>
          </a:prstGeom>
          <a:solidFill>
            <a:srgbClr val="1D1D1D">
              <a:alpha val="69803"/>
            </a:srgbClr>
          </a:solidFill>
          <a:ln>
            <a:noFill/>
          </a:ln>
        </p:spPr>
        <p:txBody>
          <a:bodyPr spcFirstLastPara="1" wrap="square" lIns="18275" tIns="45700" rIns="18275" bIns="45700" anchor="ctr" anchorCtr="0">
            <a:noAutofit/>
          </a:bodyPr>
          <a:lstStyle>
            <a:lvl1pPr marL="0" lvl="0" indent="0" algn="ctr">
              <a:spcBef>
                <a:spcPts val="0"/>
              </a:spcBef>
              <a:buNone/>
              <a:defRPr/>
            </a:lvl1pPr>
            <a:lvl2pPr marL="0" lvl="1" indent="0" algn="ctr">
              <a:spcBef>
                <a:spcPts val="0"/>
              </a:spcBef>
              <a:buNone/>
              <a:defRPr/>
            </a:lvl2pPr>
            <a:lvl3pPr marL="0" lvl="2" indent="0" algn="ctr">
              <a:spcBef>
                <a:spcPts val="0"/>
              </a:spcBef>
              <a:buNone/>
              <a:defRPr/>
            </a:lvl3pPr>
            <a:lvl4pPr marL="0" lvl="3" indent="0" algn="ctr">
              <a:spcBef>
                <a:spcPts val="0"/>
              </a:spcBef>
              <a:buNone/>
              <a:defRPr/>
            </a:lvl4pPr>
            <a:lvl5pPr marL="0" lvl="4" indent="0" algn="ctr">
              <a:spcBef>
                <a:spcPts val="0"/>
              </a:spcBef>
              <a:buNone/>
              <a:defRPr/>
            </a:lvl5pPr>
            <a:lvl6pPr marL="0" lvl="5" indent="0" algn="ctr">
              <a:spcBef>
                <a:spcPts val="0"/>
              </a:spcBef>
              <a:buNone/>
              <a:defRPr/>
            </a:lvl6pPr>
            <a:lvl7pPr marL="0" lvl="6" indent="0" algn="ctr">
              <a:spcBef>
                <a:spcPts val="0"/>
              </a:spcBef>
              <a:buNone/>
              <a:defRPr/>
            </a:lvl7pPr>
            <a:lvl8pPr marL="0" lvl="7" indent="0" algn="ctr">
              <a:spcBef>
                <a:spcPts val="0"/>
              </a:spcBef>
              <a:buNone/>
              <a:defRPr/>
            </a:lvl8pPr>
            <a:lvl9pPr marL="0" lvl="8" indent="0" algn="ctr">
              <a:spcBef>
                <a:spcPts val="0"/>
              </a:spcBef>
              <a:buNone/>
              <a:defRPr/>
            </a:lvl9pPr>
          </a:lstStyle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9.xml"/><Relationship Id="rId3" Type="http://schemas.openxmlformats.org/officeDocument/2006/relationships/slideLayout" Target="../slideLayouts/slideLayout4.xml"/><Relationship Id="rId7" Type="http://schemas.openxmlformats.org/officeDocument/2006/relationships/slideLayout" Target="../slideLayouts/slideLayout8.xml"/><Relationship Id="rId12" Type="http://schemas.openxmlformats.org/officeDocument/2006/relationships/theme" Target="../theme/theme2.xml"/><Relationship Id="rId2" Type="http://schemas.openxmlformats.org/officeDocument/2006/relationships/slideLayout" Target="../slideLayouts/slideLayout3.xml"/><Relationship Id="rId1" Type="http://schemas.openxmlformats.org/officeDocument/2006/relationships/slideLayout" Target="../slideLayouts/slideLayout2.xml"/><Relationship Id="rId6" Type="http://schemas.openxmlformats.org/officeDocument/2006/relationships/slideLayout" Target="../slideLayouts/slideLayout7.xml"/><Relationship Id="rId11" Type="http://schemas.openxmlformats.org/officeDocument/2006/relationships/slideLayout" Target="../slideLayouts/slideLayout12.xml"/><Relationship Id="rId5" Type="http://schemas.openxmlformats.org/officeDocument/2006/relationships/slideLayout" Target="../slideLayouts/slideLayout6.xml"/><Relationship Id="rId10" Type="http://schemas.openxmlformats.org/officeDocument/2006/relationships/slideLayout" Target="../slideLayouts/slideLayout11.xml"/><Relationship Id="rId4" Type="http://schemas.openxmlformats.org/officeDocument/2006/relationships/slideLayout" Target="../slideLayouts/slideLayout5.xml"/><Relationship Id="rId9" Type="http://schemas.openxmlformats.org/officeDocument/2006/relationships/slideLayout" Target="../slideLayouts/slideLayout10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dk1"/>
        </a:solidFill>
        <a:effectLst/>
      </p:bgPr>
    </p:bg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5"/>
          <p:cNvSpPr txBox="1">
            <a:spLocks noGrp="1"/>
          </p:cNvSpPr>
          <p:nvPr>
            <p:ph type="title"/>
          </p:nvPr>
        </p:nvSpPr>
        <p:spPr>
          <a:xfrm>
            <a:off x="2231136" y="964692"/>
            <a:ext cx="7729728" cy="1188720"/>
          </a:xfrm>
          <a:prstGeom prst="rect">
            <a:avLst/>
          </a:prstGeom>
          <a:solidFill>
            <a:srgbClr val="FFFFFF"/>
          </a:solidFill>
          <a:ln w="31750" cap="sq" cmpd="sng">
            <a:solidFill>
              <a:srgbClr val="404040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182875" tIns="182875" rIns="182875" bIns="182875" anchor="ctr" anchorCtr="0">
            <a:normAutofit/>
          </a:bodyPr>
          <a:lstStyle>
            <a:lvl1pPr marR="0" lvl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262626"/>
              </a:buClr>
              <a:buSzPts val="2800"/>
              <a:buFont typeface="Gill Sans"/>
              <a:buNone/>
              <a:defRPr sz="2800" b="0" i="0" u="none" strike="noStrike" cap="none">
                <a:solidFill>
                  <a:srgbClr val="262626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11" name="Google Shape;11;p5"/>
          <p:cNvSpPr txBox="1">
            <a:spLocks noGrp="1"/>
          </p:cNvSpPr>
          <p:nvPr>
            <p:ph type="body" idx="1"/>
          </p:nvPr>
        </p:nvSpPr>
        <p:spPr>
          <a:xfrm>
            <a:off x="2231136" y="2638044"/>
            <a:ext cx="7729728" cy="310198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marR="0" lvl="0" indent="-342900" algn="l" rtl="0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chemeClr val="accent2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rgbClr val="FEFEFE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marL="914400" marR="0" lvl="1" indent="-330200" algn="l" rtl="0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chemeClr val="accent2"/>
              </a:buClr>
              <a:buSzPts val="1600"/>
              <a:buFont typeface="Arial"/>
              <a:buChar char="•"/>
              <a:defRPr sz="1600" b="0" i="0" u="none" strike="noStrike" cap="none">
                <a:solidFill>
                  <a:srgbClr val="FEFEFE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marL="1371600" marR="0" lvl="2" indent="-330200" algn="l" rtl="0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chemeClr val="accent2"/>
              </a:buClr>
              <a:buSzPts val="1600"/>
              <a:buFont typeface="Arial"/>
              <a:buChar char="•"/>
              <a:defRPr sz="1600" b="0" i="0" u="none" strike="noStrike" cap="none">
                <a:solidFill>
                  <a:srgbClr val="FEFEFE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marL="1828800" marR="0" lvl="3" indent="-330200" algn="l" rtl="0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chemeClr val="accent2"/>
              </a:buClr>
              <a:buSzPts val="1600"/>
              <a:buFont typeface="Arial"/>
              <a:buChar char="•"/>
              <a:defRPr sz="1600" b="0" i="0" u="none" strike="noStrike" cap="none">
                <a:solidFill>
                  <a:srgbClr val="FEFEFE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marL="2286000" marR="0" lvl="4" indent="-330200" algn="l" rtl="0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chemeClr val="accent2"/>
              </a:buClr>
              <a:buSzPts val="1600"/>
              <a:buFont typeface="Arial"/>
              <a:buChar char="•"/>
              <a:defRPr sz="1600" b="0" i="0" u="none" strike="noStrike" cap="none">
                <a:solidFill>
                  <a:srgbClr val="FEFEFE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marL="2743200" marR="0" lvl="5" indent="-330200" algn="l" rtl="0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chemeClr val="accent2"/>
              </a:buClr>
              <a:buSzPts val="1600"/>
              <a:buFont typeface="Arial"/>
              <a:buChar char="•"/>
              <a:defRPr sz="1600" b="0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marL="3200400" marR="0" lvl="6" indent="-330200" algn="l" rtl="0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chemeClr val="accent2"/>
              </a:buClr>
              <a:buSzPts val="1600"/>
              <a:buFont typeface="Arial"/>
              <a:buChar char="•"/>
              <a:defRPr sz="1600" b="0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marL="3657600" marR="0" lvl="7" indent="-330200" algn="l" rtl="0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chemeClr val="accent2"/>
              </a:buClr>
              <a:buSzPts val="1600"/>
              <a:buFont typeface="Arial"/>
              <a:buChar char="•"/>
              <a:defRPr sz="1600" b="0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marL="4114800" marR="0" lvl="8" indent="-330200" algn="l" rtl="0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chemeClr val="accent2"/>
              </a:buClr>
              <a:buSzPts val="1600"/>
              <a:buFont typeface="Arial"/>
              <a:buChar char="•"/>
              <a:defRPr sz="1600" b="0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endParaRPr/>
          </a:p>
        </p:txBody>
      </p:sp>
      <p:sp>
        <p:nvSpPr>
          <p:cNvPr id="12" name="Google Shape;12;p5"/>
          <p:cNvSpPr txBox="1">
            <a:spLocks noGrp="1"/>
          </p:cNvSpPr>
          <p:nvPr>
            <p:ph type="dt" idx="10"/>
          </p:nvPr>
        </p:nvSpPr>
        <p:spPr>
          <a:xfrm>
            <a:off x="7821429" y="6238816"/>
            <a:ext cx="2753746" cy="3239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r" rtl="0">
              <a:spcBef>
                <a:spcPts val="0"/>
              </a:spcBef>
              <a:spcAft>
                <a:spcPts val="0"/>
              </a:spcAft>
              <a:buSzPts val="1400"/>
              <a:buNone/>
              <a:defRPr sz="1050" b="0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endParaRPr/>
          </a:p>
        </p:txBody>
      </p:sp>
      <p:sp>
        <p:nvSpPr>
          <p:cNvPr id="13" name="Google Shape;13;p5"/>
          <p:cNvSpPr txBox="1">
            <a:spLocks noGrp="1"/>
          </p:cNvSpPr>
          <p:nvPr>
            <p:ph type="ftr" idx="11"/>
          </p:nvPr>
        </p:nvSpPr>
        <p:spPr>
          <a:xfrm>
            <a:off x="1600200" y="6236208"/>
            <a:ext cx="5901189" cy="3200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050" b="0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endParaRPr/>
          </a:p>
        </p:txBody>
      </p:sp>
      <p:sp>
        <p:nvSpPr>
          <p:cNvPr id="14" name="Google Shape;14;p5"/>
          <p:cNvSpPr>
            <a:spLocks noGrp="1"/>
          </p:cNvSpPr>
          <p:nvPr>
            <p:ph type="sldNum" idx="12"/>
          </p:nvPr>
        </p:nvSpPr>
        <p:spPr>
          <a:xfrm>
            <a:off x="10758922" y="6217920"/>
            <a:ext cx="365760" cy="365760"/>
          </a:xfrm>
          <a:prstGeom prst="ellipse">
            <a:avLst/>
          </a:prstGeom>
          <a:solidFill>
            <a:srgbClr val="1D1D1D">
              <a:alpha val="69803"/>
            </a:srgbClr>
          </a:solidFill>
          <a:ln>
            <a:noFill/>
          </a:ln>
        </p:spPr>
        <p:txBody>
          <a:bodyPr spcFirstLastPara="1" wrap="square" lIns="18275" tIns="45700" rIns="18275" bIns="45700" anchor="ctr" anchorCtr="0">
            <a:noAutofit/>
          </a:bodyPr>
          <a:lstStyle>
            <a:lvl1pPr marL="0" marR="0" lvl="0" indent="0" algn="ctr" rtl="0">
              <a:spcBef>
                <a:spcPts val="0"/>
              </a:spcBef>
              <a:buNone/>
              <a:defRPr sz="1100" b="0" i="0" u="none" strike="noStrike" cap="none">
                <a:solidFill>
                  <a:srgbClr val="FFFFFF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marL="0" marR="0" lvl="1" indent="0" algn="ctr" rtl="0">
              <a:spcBef>
                <a:spcPts val="0"/>
              </a:spcBef>
              <a:buNone/>
              <a:defRPr sz="1100" b="0" i="0" u="none" strike="noStrike" cap="none">
                <a:solidFill>
                  <a:srgbClr val="FFFFFF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marL="0" marR="0" lvl="2" indent="0" algn="ctr" rtl="0">
              <a:spcBef>
                <a:spcPts val="0"/>
              </a:spcBef>
              <a:buNone/>
              <a:defRPr sz="1100" b="0" i="0" u="none" strike="noStrike" cap="none">
                <a:solidFill>
                  <a:srgbClr val="FFFFFF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marL="0" marR="0" lvl="3" indent="0" algn="ctr" rtl="0">
              <a:spcBef>
                <a:spcPts val="0"/>
              </a:spcBef>
              <a:buNone/>
              <a:defRPr sz="1100" b="0" i="0" u="none" strike="noStrike" cap="none">
                <a:solidFill>
                  <a:srgbClr val="FFFFFF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marL="0" marR="0" lvl="4" indent="0" algn="ctr" rtl="0">
              <a:spcBef>
                <a:spcPts val="0"/>
              </a:spcBef>
              <a:buNone/>
              <a:defRPr sz="1100" b="0" i="0" u="none" strike="noStrike" cap="none">
                <a:solidFill>
                  <a:srgbClr val="FFFFFF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marL="0" marR="0" lvl="5" indent="0" algn="ctr" rtl="0">
              <a:spcBef>
                <a:spcPts val="0"/>
              </a:spcBef>
              <a:buNone/>
              <a:defRPr sz="1100" b="0" i="0" u="none" strike="noStrike" cap="none">
                <a:solidFill>
                  <a:srgbClr val="FFFFFF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marL="0" marR="0" lvl="6" indent="0" algn="ctr" rtl="0">
              <a:spcBef>
                <a:spcPts val="0"/>
              </a:spcBef>
              <a:buNone/>
              <a:defRPr sz="1100" b="0" i="0" u="none" strike="noStrike" cap="none">
                <a:solidFill>
                  <a:srgbClr val="FFFFFF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marL="0" marR="0" lvl="7" indent="0" algn="ctr" rtl="0">
              <a:spcBef>
                <a:spcPts val="0"/>
              </a:spcBef>
              <a:buNone/>
              <a:defRPr sz="1100" b="0" i="0" u="none" strike="noStrike" cap="none">
                <a:solidFill>
                  <a:srgbClr val="FFFFFF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marL="0" marR="0" lvl="8" indent="0" algn="ctr" rtl="0">
              <a:spcBef>
                <a:spcPts val="0"/>
              </a:spcBef>
              <a:buNone/>
              <a:defRPr sz="1100" b="0" i="0" u="none" strike="noStrike" cap="none">
                <a:solidFill>
                  <a:srgbClr val="FFFFFF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2F2F2"/>
        </a:solidFill>
        <a:effectLst/>
      </p:bgPr>
    </p:bg>
    <p:spTree>
      <p:nvGrpSpPr>
        <p:cNvPr id="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Google Shape;22;p4"/>
          <p:cNvSpPr txBox="1">
            <a:spLocks noGrp="1"/>
          </p:cNvSpPr>
          <p:nvPr>
            <p:ph type="title"/>
          </p:nvPr>
        </p:nvSpPr>
        <p:spPr>
          <a:xfrm>
            <a:off x="2231136" y="964692"/>
            <a:ext cx="7729728" cy="1188720"/>
          </a:xfrm>
          <a:prstGeom prst="rect">
            <a:avLst/>
          </a:prstGeom>
          <a:solidFill>
            <a:srgbClr val="FFFFFF"/>
          </a:solidFill>
          <a:ln w="31750" cap="sq" cmpd="sng">
            <a:solidFill>
              <a:srgbClr val="404040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182875" tIns="182875" rIns="182875" bIns="182875" anchor="ctr" anchorCtr="0">
            <a:normAutofit/>
          </a:bodyPr>
          <a:lstStyle>
            <a:lvl1pPr marR="0" lvl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262626"/>
              </a:buClr>
              <a:buSzPts val="2800"/>
              <a:buFont typeface="Gill Sans"/>
              <a:buNone/>
              <a:defRPr sz="2800" b="0" i="0" u="none" strike="noStrike" cap="none">
                <a:solidFill>
                  <a:srgbClr val="262626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23" name="Google Shape;23;p4"/>
          <p:cNvSpPr txBox="1">
            <a:spLocks noGrp="1"/>
          </p:cNvSpPr>
          <p:nvPr>
            <p:ph type="body" idx="1"/>
          </p:nvPr>
        </p:nvSpPr>
        <p:spPr>
          <a:xfrm>
            <a:off x="2231136" y="2638044"/>
            <a:ext cx="7729728" cy="310198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marR="0" lvl="0" indent="-342900" algn="l" rtl="0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chemeClr val="accent2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rgbClr val="262626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marL="914400" marR="0" lvl="1" indent="-330200" algn="l" rtl="0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chemeClr val="accent2"/>
              </a:buClr>
              <a:buSzPts val="1600"/>
              <a:buFont typeface="Arial"/>
              <a:buChar char="•"/>
              <a:defRPr sz="1600" b="0" i="0" u="none" strike="noStrike" cap="none">
                <a:solidFill>
                  <a:srgbClr val="262626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marL="1371600" marR="0" lvl="2" indent="-330200" algn="l" rtl="0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chemeClr val="accent2"/>
              </a:buClr>
              <a:buSzPts val="1600"/>
              <a:buFont typeface="Arial"/>
              <a:buChar char="•"/>
              <a:defRPr sz="1600" b="0" i="0" u="none" strike="noStrike" cap="none">
                <a:solidFill>
                  <a:srgbClr val="262626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marL="1828800" marR="0" lvl="3" indent="-330200" algn="l" rtl="0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chemeClr val="accent2"/>
              </a:buClr>
              <a:buSzPts val="1600"/>
              <a:buFont typeface="Arial"/>
              <a:buChar char="•"/>
              <a:defRPr sz="1600" b="0" i="0" u="none" strike="noStrike" cap="none">
                <a:solidFill>
                  <a:srgbClr val="262626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marL="2286000" marR="0" lvl="4" indent="-330200" algn="l" rtl="0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chemeClr val="accent2"/>
              </a:buClr>
              <a:buSzPts val="1600"/>
              <a:buFont typeface="Arial"/>
              <a:buChar char="•"/>
              <a:defRPr sz="1600" b="0" i="0" u="none" strike="noStrike" cap="none">
                <a:solidFill>
                  <a:srgbClr val="262626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marL="2743200" marR="0" lvl="5" indent="-330200" algn="l" rtl="0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chemeClr val="accent2"/>
              </a:buClr>
              <a:buSzPts val="1600"/>
              <a:buFont typeface="Arial"/>
              <a:buChar char="•"/>
              <a:defRPr sz="1600" b="0" i="0" u="none" strike="noStrike" cap="non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marL="3200400" marR="0" lvl="6" indent="-330200" algn="l" rtl="0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chemeClr val="accent2"/>
              </a:buClr>
              <a:buSzPts val="1600"/>
              <a:buFont typeface="Arial"/>
              <a:buChar char="•"/>
              <a:defRPr sz="1600" b="0" i="0" u="none" strike="noStrike" cap="non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marL="3657600" marR="0" lvl="7" indent="-330200" algn="l" rtl="0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chemeClr val="accent2"/>
              </a:buClr>
              <a:buSzPts val="1600"/>
              <a:buFont typeface="Arial"/>
              <a:buChar char="•"/>
              <a:defRPr sz="1600" b="0" i="0" u="none" strike="noStrike" cap="non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marL="4114800" marR="0" lvl="8" indent="-330200" algn="l" rtl="0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chemeClr val="accent2"/>
              </a:buClr>
              <a:buSzPts val="1600"/>
              <a:buFont typeface="Arial"/>
              <a:buChar char="•"/>
              <a:defRPr sz="1600" b="0" i="0" u="none" strike="noStrike" cap="non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endParaRPr/>
          </a:p>
        </p:txBody>
      </p:sp>
      <p:sp>
        <p:nvSpPr>
          <p:cNvPr id="24" name="Google Shape;24;p4"/>
          <p:cNvSpPr txBox="1">
            <a:spLocks noGrp="1"/>
          </p:cNvSpPr>
          <p:nvPr>
            <p:ph type="dt" idx="10"/>
          </p:nvPr>
        </p:nvSpPr>
        <p:spPr>
          <a:xfrm>
            <a:off x="7821429" y="6238816"/>
            <a:ext cx="2753746" cy="3239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r" rtl="0">
              <a:spcBef>
                <a:spcPts val="0"/>
              </a:spcBef>
              <a:spcAft>
                <a:spcPts val="0"/>
              </a:spcAft>
              <a:buSzPts val="1400"/>
              <a:buNone/>
              <a:defRPr sz="1050" b="0" i="0" u="none" strike="noStrike" cap="non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endParaRPr/>
          </a:p>
        </p:txBody>
      </p:sp>
      <p:sp>
        <p:nvSpPr>
          <p:cNvPr id="25" name="Google Shape;25;p4"/>
          <p:cNvSpPr txBox="1">
            <a:spLocks noGrp="1"/>
          </p:cNvSpPr>
          <p:nvPr>
            <p:ph type="ftr" idx="11"/>
          </p:nvPr>
        </p:nvSpPr>
        <p:spPr>
          <a:xfrm>
            <a:off x="1600200" y="6236208"/>
            <a:ext cx="5901189" cy="3200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050" b="0" i="0" u="none" strike="noStrike" cap="non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endParaRPr/>
          </a:p>
        </p:txBody>
      </p:sp>
      <p:sp>
        <p:nvSpPr>
          <p:cNvPr id="26" name="Google Shape;26;p4"/>
          <p:cNvSpPr>
            <a:spLocks noGrp="1"/>
          </p:cNvSpPr>
          <p:nvPr>
            <p:ph type="sldNum" idx="12"/>
          </p:nvPr>
        </p:nvSpPr>
        <p:spPr>
          <a:xfrm>
            <a:off x="10758922" y="6217920"/>
            <a:ext cx="365760" cy="365760"/>
          </a:xfrm>
          <a:prstGeom prst="ellipse">
            <a:avLst/>
          </a:prstGeom>
          <a:solidFill>
            <a:srgbClr val="1D1D1D">
              <a:alpha val="69803"/>
            </a:srgbClr>
          </a:solidFill>
          <a:ln>
            <a:noFill/>
          </a:ln>
        </p:spPr>
        <p:txBody>
          <a:bodyPr spcFirstLastPara="1" wrap="square" lIns="18275" tIns="45700" rIns="18275" bIns="45700" anchor="ctr" anchorCtr="0">
            <a:noAutofit/>
          </a:bodyPr>
          <a:lstStyle>
            <a:lvl1pPr marL="0" marR="0" lvl="0" indent="0" algn="ctr" rtl="0">
              <a:spcBef>
                <a:spcPts val="0"/>
              </a:spcBef>
              <a:buNone/>
              <a:defRPr sz="1100" b="0" i="0" u="none" strike="noStrike" cap="none">
                <a:solidFill>
                  <a:srgbClr val="FFFFFF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marL="0" marR="0" lvl="1" indent="0" algn="ctr" rtl="0">
              <a:spcBef>
                <a:spcPts val="0"/>
              </a:spcBef>
              <a:buNone/>
              <a:defRPr sz="1100" b="0" i="0" u="none" strike="noStrike" cap="none">
                <a:solidFill>
                  <a:srgbClr val="FFFFFF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marL="0" marR="0" lvl="2" indent="0" algn="ctr" rtl="0">
              <a:spcBef>
                <a:spcPts val="0"/>
              </a:spcBef>
              <a:buNone/>
              <a:defRPr sz="1100" b="0" i="0" u="none" strike="noStrike" cap="none">
                <a:solidFill>
                  <a:srgbClr val="FFFFFF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marL="0" marR="0" lvl="3" indent="0" algn="ctr" rtl="0">
              <a:spcBef>
                <a:spcPts val="0"/>
              </a:spcBef>
              <a:buNone/>
              <a:defRPr sz="1100" b="0" i="0" u="none" strike="noStrike" cap="none">
                <a:solidFill>
                  <a:srgbClr val="FFFFFF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marL="0" marR="0" lvl="4" indent="0" algn="ctr" rtl="0">
              <a:spcBef>
                <a:spcPts val="0"/>
              </a:spcBef>
              <a:buNone/>
              <a:defRPr sz="1100" b="0" i="0" u="none" strike="noStrike" cap="none">
                <a:solidFill>
                  <a:srgbClr val="FFFFFF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marL="0" marR="0" lvl="5" indent="0" algn="ctr" rtl="0">
              <a:spcBef>
                <a:spcPts val="0"/>
              </a:spcBef>
              <a:buNone/>
              <a:defRPr sz="1100" b="0" i="0" u="none" strike="noStrike" cap="none">
                <a:solidFill>
                  <a:srgbClr val="FFFFFF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marL="0" marR="0" lvl="6" indent="0" algn="ctr" rtl="0">
              <a:spcBef>
                <a:spcPts val="0"/>
              </a:spcBef>
              <a:buNone/>
              <a:defRPr sz="1100" b="0" i="0" u="none" strike="noStrike" cap="none">
                <a:solidFill>
                  <a:srgbClr val="FFFFFF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marL="0" marR="0" lvl="7" indent="0" algn="ctr" rtl="0">
              <a:spcBef>
                <a:spcPts val="0"/>
              </a:spcBef>
              <a:buNone/>
              <a:defRPr sz="1100" b="0" i="0" u="none" strike="noStrike" cap="none">
                <a:solidFill>
                  <a:srgbClr val="FFFFFF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marL="0" marR="0" lvl="8" indent="0" algn="ctr" rtl="0">
              <a:spcBef>
                <a:spcPts val="0"/>
              </a:spcBef>
              <a:buNone/>
              <a:defRPr sz="1100" b="0" i="0" u="none" strike="noStrike" cap="none">
                <a:solidFill>
                  <a:srgbClr val="FFFFFF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51" r:id="rId1"/>
    <p:sldLayoutId id="2147483652" r:id="rId2"/>
    <p:sldLayoutId id="2147483653" r:id="rId3"/>
    <p:sldLayoutId id="2147483654" r:id="rId4"/>
    <p:sldLayoutId id="2147483655" r:id="rId5"/>
    <p:sldLayoutId id="2147483656" r:id="rId6"/>
    <p:sldLayoutId id="2147483657" r:id="rId7"/>
    <p:sldLayoutId id="2147483658" r:id="rId8"/>
    <p:sldLayoutId id="2147483659" r:id="rId9"/>
    <p:sldLayoutId id="2147483660" r:id="rId10"/>
    <p:sldLayoutId id="2147483661" r:id="rId11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png"/><Relationship Id="rId3" Type="http://schemas.openxmlformats.org/officeDocument/2006/relationships/image" Target="../media/image1.jpg"/><Relationship Id="rId7" Type="http://schemas.openxmlformats.org/officeDocument/2006/relationships/image" Target="../media/image5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.png"/><Relationship Id="rId11" Type="http://schemas.openxmlformats.org/officeDocument/2006/relationships/image" Target="../media/image9.jpeg"/><Relationship Id="rId5" Type="http://schemas.openxmlformats.org/officeDocument/2006/relationships/image" Target="../media/image3.jpg"/><Relationship Id="rId10" Type="http://schemas.openxmlformats.org/officeDocument/2006/relationships/image" Target="../media/image8.jpg"/><Relationship Id="rId4" Type="http://schemas.openxmlformats.org/officeDocument/2006/relationships/image" Target="../media/image2.jpg"/><Relationship Id="rId9" Type="http://schemas.openxmlformats.org/officeDocument/2006/relationships/image" Target="../media/image7.jp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hyperlink" Target="https://open.kattis.com/" TargetMode="External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2.png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Relationship Id="rId4" Type="http://schemas.openxmlformats.org/officeDocument/2006/relationships/hyperlink" Target="https://www.freecodecamp.org/news/big-o-cheat-sheet-time-complexity-chart/" TargetMode="Externa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hyperlink" Target="https://wiki.python.org/moin/TimeComplexity" TargetMode="External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hyperlink" Target="https://visualgo.net/en/array" TargetMode="External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2.xml"/><Relationship Id="rId4" Type="http://schemas.openxmlformats.org/officeDocument/2006/relationships/hyperlink" Target="https://wiki.python.org/moin/TimeComplexity" TargetMode="Externa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hyperlink" Target="https://wiki.python.org/moin/TimeComplexity" TargetMode="External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2.xml"/><Relationship Id="rId4" Type="http://schemas.openxmlformats.org/officeDocument/2006/relationships/hyperlink" Target="https://visualgo.net/en/list" TargetMode="Externa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hyperlink" Target="https://visualgo.net/en/heap" TargetMode="External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5.png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2.xml"/><Relationship Id="rId5" Type="http://schemas.openxmlformats.org/officeDocument/2006/relationships/hyperlink" Target="https://wiki.python.org/moin/TimeComplexity" TargetMode="External"/><Relationship Id="rId4" Type="http://schemas.openxmlformats.org/officeDocument/2006/relationships/hyperlink" Target="https://visualgo.net/en/hashtable" TargetMode="External"/></Relationships>
</file>

<file path=ppt/slides/_rels/slide23.xml.rels><?xml version="1.0" encoding="UTF-8" standalone="yes"?>
<Relationships xmlns="http://schemas.openxmlformats.org/package/2006/relationships"><Relationship Id="rId8" Type="http://schemas.openxmlformats.org/officeDocument/2006/relationships/hyperlink" Target="https://open.kattis.com/problems/esej" TargetMode="External"/><Relationship Id="rId3" Type="http://schemas.openxmlformats.org/officeDocument/2006/relationships/hyperlink" Target="https://open.kattis.com/problems/jollyjumpers" TargetMode="External"/><Relationship Id="rId7" Type="http://schemas.openxmlformats.org/officeDocument/2006/relationships/hyperlink" Target="https://open.kattis.com/problems/stockprices" TargetMode="External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2.xml"/><Relationship Id="rId6" Type="http://schemas.openxmlformats.org/officeDocument/2006/relationships/hyperlink" Target="https://open.kattis.com/problems/integerlists" TargetMode="External"/><Relationship Id="rId11" Type="http://schemas.openxmlformats.org/officeDocument/2006/relationships/hyperlink" Target="https://open.kattis.com/problems/bracketmatching" TargetMode="External"/><Relationship Id="rId5" Type="http://schemas.openxmlformats.org/officeDocument/2006/relationships/hyperlink" Target="https://open.kattis.com/problems/pairingsocks" TargetMode="External"/><Relationship Id="rId10" Type="http://schemas.openxmlformats.org/officeDocument/2006/relationships/hyperlink" Target="https://open.kattis.com/problems/recount" TargetMode="External"/><Relationship Id="rId4" Type="http://schemas.openxmlformats.org/officeDocument/2006/relationships/hyperlink" Target="https://open.kattis.com/problems/epigdanceoff" TargetMode="External"/><Relationship Id="rId9" Type="http://schemas.openxmlformats.org/officeDocument/2006/relationships/hyperlink" Target="https://open.kattis.com/problems/shiritori" TargetMode="Externa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1"/>
          <p:cNvSpPr txBox="1">
            <a:spLocks noGrp="1"/>
          </p:cNvSpPr>
          <p:nvPr>
            <p:ph type="ctrTitle"/>
          </p:nvPr>
        </p:nvSpPr>
        <p:spPr>
          <a:xfrm>
            <a:off x="1600200" y="1124869"/>
            <a:ext cx="8991600" cy="1645800"/>
          </a:xfrm>
          <a:prstGeom prst="rect">
            <a:avLst/>
          </a:prstGeom>
          <a:solidFill>
            <a:srgbClr val="FFFFFF"/>
          </a:solidFill>
          <a:ln w="38100" cap="flat" cmpd="sng">
            <a:solidFill>
              <a:srgbClr val="40404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274300" tIns="182875" rIns="274300" bIns="182875" anchor="ctr" anchorCtr="1">
            <a:normAutofit/>
          </a:bodyPr>
          <a:lstStyle/>
          <a:p>
            <a:pPr marL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262626"/>
              </a:buClr>
              <a:buSzPts val="3800"/>
              <a:buFont typeface="Gill Sans"/>
              <a:buNone/>
            </a:pPr>
            <a:r>
              <a:rPr lang="en-US" dirty="0"/>
              <a:t>ICPC Bootcamp</a:t>
            </a:r>
            <a:endParaRPr dirty="0"/>
          </a:p>
        </p:txBody>
      </p:sp>
      <p:sp>
        <p:nvSpPr>
          <p:cNvPr id="104" name="Google Shape;104;p1"/>
          <p:cNvSpPr txBox="1"/>
          <p:nvPr/>
        </p:nvSpPr>
        <p:spPr>
          <a:xfrm>
            <a:off x="3242390" y="3399885"/>
            <a:ext cx="5707200" cy="175428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285750" marR="0" lvl="0" indent="-285750" algn="l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Char char="•"/>
            </a:pPr>
            <a:r>
              <a:rPr lang="en-US" sz="1800" dirty="0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Introduction</a:t>
            </a:r>
            <a:endParaRPr dirty="0"/>
          </a:p>
          <a:p>
            <a:pPr marL="285750" marR="0" lvl="0" indent="-285750" algn="l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Char char="•"/>
            </a:pPr>
            <a:r>
              <a:rPr lang="en-CA" sz="1800" dirty="0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What is ICPC?</a:t>
            </a:r>
          </a:p>
          <a:p>
            <a:pPr marL="285750" marR="0" lvl="0" indent="-285750" algn="l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Char char="•"/>
            </a:pPr>
            <a:r>
              <a:rPr lang="en-CA" sz="1800" dirty="0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Format of this Bootcamp</a:t>
            </a:r>
          </a:p>
          <a:p>
            <a:pPr marL="285750" marR="0" lvl="0" indent="-285750" algn="l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Char char="•"/>
            </a:pPr>
            <a:r>
              <a:rPr lang="en-CA" sz="1800" dirty="0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Roadmap of this Bootcamp</a:t>
            </a:r>
          </a:p>
          <a:p>
            <a:pPr marL="285750" marR="0" lvl="0" indent="-285750" algn="l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Char char="•"/>
            </a:pPr>
            <a:r>
              <a:rPr lang="en-CA" sz="1800" dirty="0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How to be successful in ICPC</a:t>
            </a:r>
          </a:p>
          <a:p>
            <a:pPr marL="285750" marR="0" lvl="0" indent="-285750" algn="l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Char char="•"/>
            </a:pPr>
            <a:r>
              <a:rPr lang="en-CA" sz="1800" dirty="0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Let’s get to know each other!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2"/>
          <p:cNvSpPr txBox="1">
            <a:spLocks noGrp="1"/>
          </p:cNvSpPr>
          <p:nvPr>
            <p:ph type="title"/>
          </p:nvPr>
        </p:nvSpPr>
        <p:spPr>
          <a:xfrm>
            <a:off x="2231136" y="347175"/>
            <a:ext cx="7729728" cy="662227"/>
          </a:xfrm>
          <a:prstGeom prst="rect">
            <a:avLst/>
          </a:prstGeom>
          <a:solidFill>
            <a:srgbClr val="FFFFFF"/>
          </a:solidFill>
          <a:ln w="31750" cap="sq" cmpd="sng">
            <a:solidFill>
              <a:srgbClr val="404040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182875" tIns="182875" rIns="182875" bIns="182875" anchor="ctr" anchorCtr="0">
            <a:normAutofit fontScale="90000"/>
          </a:bodyPr>
          <a:lstStyle/>
          <a:p>
            <a:pPr marL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262626"/>
              </a:buClr>
              <a:buSzPct val="100000"/>
              <a:buFont typeface="Gill Sans"/>
              <a:buNone/>
            </a:pPr>
            <a:r>
              <a:rPr lang="en-US"/>
              <a:t>Ryan Pelchat</a:t>
            </a:r>
            <a:endParaRPr/>
          </a:p>
        </p:txBody>
      </p:sp>
      <p:pic>
        <p:nvPicPr>
          <p:cNvPr id="111" name="Google Shape;111;p2" title="team 2.JP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315121" y="1094630"/>
            <a:ext cx="3970227" cy="2977670"/>
          </a:xfrm>
          <a:prstGeom prst="rect">
            <a:avLst/>
          </a:prstGeom>
          <a:noFill/>
          <a:ln>
            <a:noFill/>
          </a:ln>
        </p:spPr>
      </p:pic>
      <p:pic>
        <p:nvPicPr>
          <p:cNvPr id="112" name="Google Shape;112;p2" title="IMG_2091.jpe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428260" y="1176901"/>
            <a:ext cx="1802876" cy="2403850"/>
          </a:xfrm>
          <a:prstGeom prst="rect">
            <a:avLst/>
          </a:prstGeom>
          <a:noFill/>
          <a:ln>
            <a:noFill/>
          </a:ln>
        </p:spPr>
      </p:pic>
      <p:pic>
        <p:nvPicPr>
          <p:cNvPr id="113" name="Google Shape;113;p2" title="IMG_2082.jpeg"/>
          <p:cNvPicPr preferRelativeResize="0"/>
          <p:nvPr/>
        </p:nvPicPr>
        <p:blipFill rotWithShape="1">
          <a:blip r:embed="rId5">
            <a:alphaModFix/>
          </a:blip>
          <a:srcRect t="22082" b="23096"/>
          <a:stretch/>
        </p:blipFill>
        <p:spPr>
          <a:xfrm>
            <a:off x="141725" y="3748250"/>
            <a:ext cx="3970222" cy="2902149"/>
          </a:xfrm>
          <a:prstGeom prst="rect">
            <a:avLst/>
          </a:prstGeom>
          <a:noFill/>
          <a:ln>
            <a:noFill/>
          </a:ln>
        </p:spPr>
      </p:pic>
      <p:pic>
        <p:nvPicPr>
          <p:cNvPr id="114" name="Google Shape;114;p2"/>
          <p:cNvPicPr preferRelativeResize="0"/>
          <p:nvPr/>
        </p:nvPicPr>
        <p:blipFill>
          <a:blip r:embed="rId6">
            <a:alphaModFix/>
          </a:blip>
          <a:stretch>
            <a:fillRect/>
          </a:stretch>
        </p:blipFill>
        <p:spPr>
          <a:xfrm>
            <a:off x="10606687" y="3748262"/>
            <a:ext cx="1400349" cy="1400349"/>
          </a:xfrm>
          <a:prstGeom prst="rect">
            <a:avLst/>
          </a:prstGeom>
          <a:noFill/>
          <a:ln>
            <a:noFill/>
          </a:ln>
        </p:spPr>
      </p:pic>
      <p:pic>
        <p:nvPicPr>
          <p:cNvPr id="115" name="Google Shape;115;p2"/>
          <p:cNvPicPr preferRelativeResize="0"/>
          <p:nvPr/>
        </p:nvPicPr>
        <p:blipFill>
          <a:blip r:embed="rId7">
            <a:alphaModFix/>
          </a:blip>
          <a:stretch>
            <a:fillRect/>
          </a:stretch>
        </p:blipFill>
        <p:spPr>
          <a:xfrm>
            <a:off x="10636588" y="5309873"/>
            <a:ext cx="1340525" cy="1340525"/>
          </a:xfrm>
          <a:prstGeom prst="rect">
            <a:avLst/>
          </a:prstGeom>
          <a:noFill/>
          <a:ln>
            <a:noFill/>
          </a:ln>
        </p:spPr>
      </p:pic>
      <p:pic>
        <p:nvPicPr>
          <p:cNvPr id="116" name="Google Shape;116;p2"/>
          <p:cNvPicPr preferRelativeResize="0"/>
          <p:nvPr/>
        </p:nvPicPr>
        <p:blipFill>
          <a:blip r:embed="rId8">
            <a:alphaModFix/>
          </a:blip>
          <a:stretch>
            <a:fillRect/>
          </a:stretch>
        </p:blipFill>
        <p:spPr>
          <a:xfrm>
            <a:off x="4681317" y="4473431"/>
            <a:ext cx="3237837" cy="2012581"/>
          </a:xfrm>
          <a:prstGeom prst="rect">
            <a:avLst/>
          </a:prstGeom>
          <a:noFill/>
          <a:ln>
            <a:noFill/>
          </a:ln>
        </p:spPr>
      </p:pic>
      <p:pic>
        <p:nvPicPr>
          <p:cNvPr id="117" name="Google Shape;117;p2" title="IMG_8343.jpeg"/>
          <p:cNvPicPr preferRelativeResize="0"/>
          <p:nvPr/>
        </p:nvPicPr>
        <p:blipFill rotWithShape="1">
          <a:blip r:embed="rId9">
            <a:alphaModFix/>
          </a:blip>
          <a:srcRect t="21436" b="8235"/>
          <a:stretch/>
        </p:blipFill>
        <p:spPr>
          <a:xfrm>
            <a:off x="8933889" y="5279963"/>
            <a:ext cx="1493311" cy="1400351"/>
          </a:xfrm>
          <a:prstGeom prst="rect">
            <a:avLst/>
          </a:prstGeom>
          <a:noFill/>
          <a:ln>
            <a:noFill/>
          </a:ln>
        </p:spPr>
      </p:pic>
      <p:pic>
        <p:nvPicPr>
          <p:cNvPr id="118" name="Google Shape;118;p2" title="IMG_8344.jpeg"/>
          <p:cNvPicPr preferRelativeResize="0"/>
          <p:nvPr/>
        </p:nvPicPr>
        <p:blipFill>
          <a:blip r:embed="rId10">
            <a:alphaModFix/>
          </a:blip>
          <a:stretch>
            <a:fillRect/>
          </a:stretch>
        </p:blipFill>
        <p:spPr>
          <a:xfrm>
            <a:off x="8055319" y="4389422"/>
            <a:ext cx="2482775" cy="573419"/>
          </a:xfrm>
          <a:prstGeom prst="rect">
            <a:avLst/>
          </a:prstGeom>
          <a:noFill/>
          <a:ln>
            <a:noFill/>
          </a:ln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6F05A831-C964-7E52-1AB9-33419EF61D22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9140543" y="1756016"/>
            <a:ext cx="2932288" cy="1649412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22">
          <a:extLst>
            <a:ext uri="{FF2B5EF4-FFF2-40B4-BE49-F238E27FC236}">
              <a16:creationId xmlns:a16="http://schemas.microsoft.com/office/drawing/2014/main" id="{4B93380E-0C86-CCF2-E90D-558C0FE3BF4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g37c4946a550_0_194">
            <a:extLst>
              <a:ext uri="{FF2B5EF4-FFF2-40B4-BE49-F238E27FC236}">
                <a16:creationId xmlns:a16="http://schemas.microsoft.com/office/drawing/2014/main" id="{9CB88458-F43D-C270-C7AA-C1097630EF2C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2231136" y="228421"/>
            <a:ext cx="7729800" cy="662100"/>
          </a:xfrm>
          <a:prstGeom prst="rect">
            <a:avLst/>
          </a:prstGeom>
          <a:solidFill>
            <a:srgbClr val="FFFFFF"/>
          </a:solidFill>
          <a:ln w="31750" cap="sq" cmpd="sng">
            <a:solidFill>
              <a:srgbClr val="404040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182875" tIns="182875" rIns="182875" bIns="182875" anchor="ctr" anchorCtr="0">
            <a:normAutofit fontScale="90000"/>
          </a:bodyPr>
          <a:lstStyle/>
          <a:p>
            <a:pPr marL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262626"/>
              </a:buClr>
              <a:buSzPct val="100000"/>
              <a:buFont typeface="Gill Sans"/>
              <a:buNone/>
            </a:pPr>
            <a:r>
              <a:rPr lang="en-US" dirty="0"/>
              <a:t>What is ICPC</a:t>
            </a:r>
            <a:endParaRPr dirty="0"/>
          </a:p>
        </p:txBody>
      </p:sp>
      <p:sp>
        <p:nvSpPr>
          <p:cNvPr id="224" name="Google Shape;224;g37c4946a550_0_194">
            <a:extLst>
              <a:ext uri="{FF2B5EF4-FFF2-40B4-BE49-F238E27FC236}">
                <a16:creationId xmlns:a16="http://schemas.microsoft.com/office/drawing/2014/main" id="{4E54DE88-C2A3-9064-E11C-87C362776B7F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494675" y="1096825"/>
            <a:ext cx="11231400" cy="55327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457200" lvl="0" indent="-355600" algn="l" rtl="0">
              <a:spcBef>
                <a:spcPts val="0"/>
              </a:spcBef>
              <a:spcAft>
                <a:spcPts val="0"/>
              </a:spcAft>
              <a:buSzPts val="2000"/>
              <a:buChar char="•"/>
            </a:pPr>
            <a:r>
              <a:rPr lang="en-US" sz="2000" dirty="0"/>
              <a:t>ICPC is the International Collegiate Programming Competition</a:t>
            </a:r>
          </a:p>
          <a:p>
            <a:pPr indent="-355600">
              <a:spcBef>
                <a:spcPts val="0"/>
              </a:spcBef>
              <a:buSzPts val="2000"/>
            </a:pPr>
            <a:r>
              <a:rPr lang="en-US" sz="2000" dirty="0"/>
              <a:t>Teams of 3 have 5 hours to solve 13 problems and 1 computer</a:t>
            </a:r>
          </a:p>
          <a:p>
            <a:pPr indent="-355600">
              <a:spcBef>
                <a:spcPts val="0"/>
              </a:spcBef>
              <a:buSzPts val="2000"/>
            </a:pPr>
            <a:r>
              <a:rPr lang="en-US" sz="2000" dirty="0"/>
              <a:t>All the paper that you can bring, no internet allowed</a:t>
            </a:r>
          </a:p>
          <a:p>
            <a:pPr indent="-355600">
              <a:spcBef>
                <a:spcPts val="0"/>
              </a:spcBef>
              <a:buSzPts val="2000"/>
            </a:pPr>
            <a:r>
              <a:rPr lang="en-US" sz="2000" dirty="0"/>
              <a:t>Secret tests, time penalty if you submit a wrong solution</a:t>
            </a:r>
          </a:p>
          <a:p>
            <a:pPr indent="-355600">
              <a:spcBef>
                <a:spcPts val="0"/>
              </a:spcBef>
              <a:buSzPts val="2000"/>
            </a:pPr>
            <a:r>
              <a:rPr lang="en-CA" sz="2000" dirty="0"/>
              <a:t>Covers wide breadth of Computer Science</a:t>
            </a:r>
          </a:p>
          <a:p>
            <a:pPr lvl="1" indent="-355600">
              <a:spcBef>
                <a:spcPts val="0"/>
              </a:spcBef>
              <a:buSzPts val="2000"/>
            </a:pPr>
            <a:r>
              <a:rPr lang="en-CA" sz="1800" dirty="0"/>
              <a:t>Requires: Teamwork, Knowledge, and Practice</a:t>
            </a:r>
          </a:p>
          <a:p>
            <a:pPr indent="-355600">
              <a:spcBef>
                <a:spcPts val="0"/>
              </a:spcBef>
              <a:buSzPts val="2000"/>
            </a:pPr>
            <a:r>
              <a:rPr lang="en-CA" sz="2000" dirty="0"/>
              <a:t>Why?</a:t>
            </a:r>
          </a:p>
          <a:p>
            <a:pPr lvl="1" indent="-355600">
              <a:spcBef>
                <a:spcPts val="0"/>
              </a:spcBef>
              <a:buSzPts val="2000"/>
            </a:pPr>
            <a:r>
              <a:rPr lang="en-CA" sz="1800" dirty="0"/>
              <a:t>Greater mastery of programming and Computer Science</a:t>
            </a:r>
          </a:p>
          <a:p>
            <a:pPr lvl="1" indent="-355600">
              <a:spcBef>
                <a:spcPts val="0"/>
              </a:spcBef>
              <a:buSzPts val="2000"/>
            </a:pPr>
            <a:r>
              <a:rPr lang="en-CA" sz="1800" dirty="0"/>
              <a:t>Help you with coding based interviews</a:t>
            </a:r>
          </a:p>
          <a:p>
            <a:pPr lvl="1" indent="-355600">
              <a:spcBef>
                <a:spcPts val="0"/>
              </a:spcBef>
              <a:buSzPts val="2000"/>
            </a:pPr>
            <a:r>
              <a:rPr lang="en-CA" sz="1800" dirty="0"/>
              <a:t>It’s fun!</a:t>
            </a:r>
          </a:p>
          <a:p>
            <a:pPr indent="-355600">
              <a:spcBef>
                <a:spcPts val="0"/>
              </a:spcBef>
              <a:buSzPts val="2000"/>
            </a:pPr>
            <a:endParaRPr sz="2000" dirty="0"/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917FD6D3-DEEB-24AE-FE21-A085FA60668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4675" y="4330879"/>
            <a:ext cx="3073400" cy="22987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3744159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4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4" name="Google Shape;124;p3"/>
          <p:cNvSpPr txBox="1">
            <a:spLocks noGrp="1"/>
          </p:cNvSpPr>
          <p:nvPr>
            <p:ph type="title"/>
          </p:nvPr>
        </p:nvSpPr>
        <p:spPr>
          <a:xfrm>
            <a:off x="2231136" y="228421"/>
            <a:ext cx="7729728" cy="662227"/>
          </a:xfrm>
          <a:prstGeom prst="rect">
            <a:avLst/>
          </a:prstGeom>
          <a:solidFill>
            <a:srgbClr val="FFFFFF"/>
          </a:solidFill>
          <a:ln w="31750" cap="sq" cmpd="sng">
            <a:solidFill>
              <a:srgbClr val="404040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182875" tIns="182875" rIns="182875" bIns="182875" anchor="ctr" anchorCtr="0">
            <a:normAutofit fontScale="90000"/>
          </a:bodyPr>
          <a:lstStyle/>
          <a:p>
            <a:pPr marL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262626"/>
              </a:buClr>
              <a:buSzPct val="100000"/>
              <a:buFont typeface="Gill Sans"/>
              <a:buNone/>
            </a:pPr>
            <a:r>
              <a:rPr lang="en-US" dirty="0"/>
              <a:t>Format</a:t>
            </a:r>
            <a:endParaRPr dirty="0"/>
          </a:p>
        </p:txBody>
      </p:sp>
      <p:sp>
        <p:nvSpPr>
          <p:cNvPr id="125" name="Google Shape;125;p3"/>
          <p:cNvSpPr txBox="1">
            <a:spLocks noGrp="1"/>
          </p:cNvSpPr>
          <p:nvPr>
            <p:ph type="body" idx="1"/>
          </p:nvPr>
        </p:nvSpPr>
        <p:spPr>
          <a:xfrm>
            <a:off x="754350" y="4024613"/>
            <a:ext cx="10683300" cy="172304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457200" lvl="0" indent="-355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Char char="•"/>
            </a:pPr>
            <a:r>
              <a:rPr lang="en-US" sz="2000" dirty="0"/>
              <a:t>We will be using Kattis</a:t>
            </a:r>
            <a:endParaRPr sz="2000" dirty="0"/>
          </a:p>
          <a:p>
            <a:pPr marL="914400" lvl="1" indent="-355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Char char="•"/>
            </a:pPr>
            <a:r>
              <a:rPr lang="en-US" sz="2000" dirty="0"/>
              <a:t>Sign up for Kattis (</a:t>
            </a:r>
            <a:r>
              <a:rPr lang="en-US" sz="2000" u="sng" dirty="0">
                <a:solidFill>
                  <a:schemeClr val="hlink"/>
                </a:solidFill>
                <a:hlinkClick r:id="rId3"/>
              </a:rPr>
              <a:t>https://open.kattis.com/</a:t>
            </a:r>
            <a:r>
              <a:rPr lang="en-US" sz="2000" dirty="0"/>
              <a:t>)</a:t>
            </a:r>
          </a:p>
          <a:p>
            <a:pPr indent="-355600">
              <a:spcBef>
                <a:spcPts val="0"/>
              </a:spcBef>
              <a:buSzPts val="2000"/>
            </a:pPr>
            <a:r>
              <a:rPr lang="en-US" sz="2200" dirty="0"/>
              <a:t>We will be using </a:t>
            </a:r>
            <a:r>
              <a:rPr lang="en-US" sz="2200" dirty="0" err="1"/>
              <a:t>eclass</a:t>
            </a:r>
            <a:r>
              <a:rPr lang="en-US" sz="2200" dirty="0"/>
              <a:t>, </a:t>
            </a:r>
          </a:p>
          <a:p>
            <a:pPr lvl="1" indent="-355600">
              <a:spcBef>
                <a:spcPts val="0"/>
              </a:spcBef>
              <a:buSzPts val="2000"/>
            </a:pPr>
            <a:r>
              <a:rPr lang="en-US" sz="2000" dirty="0"/>
              <a:t>please upload your solutions after the practice contest</a:t>
            </a:r>
          </a:p>
          <a:p>
            <a:pPr lvl="1" indent="-355600">
              <a:spcBef>
                <a:spcPts val="0"/>
              </a:spcBef>
              <a:buSzPts val="2000"/>
            </a:pPr>
            <a:r>
              <a:rPr lang="en-US" sz="2000" dirty="0"/>
              <a:t>Readings for the next day</a:t>
            </a:r>
            <a:endParaRPr sz="2000" dirty="0"/>
          </a:p>
        </p:txBody>
      </p:sp>
      <p:sp>
        <p:nvSpPr>
          <p:cNvPr id="126" name="Google Shape;126;p3"/>
          <p:cNvSpPr txBox="1">
            <a:spLocks noGrp="1"/>
          </p:cNvSpPr>
          <p:nvPr>
            <p:ph type="body" idx="1"/>
          </p:nvPr>
        </p:nvSpPr>
        <p:spPr>
          <a:xfrm>
            <a:off x="2231100" y="5920100"/>
            <a:ext cx="7729800" cy="762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700"/>
              <a:t>If you have a question, raise your hand anytime!</a:t>
            </a:r>
            <a:endParaRPr sz="2700"/>
          </a:p>
        </p:txBody>
      </p:sp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C3849ECE-7C4B-BD6A-BBE5-E36770CA4E6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427101904"/>
              </p:ext>
            </p:extLst>
          </p:nvPr>
        </p:nvGraphicFramePr>
        <p:xfrm>
          <a:off x="1633729" y="1271451"/>
          <a:ext cx="8127999" cy="2372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09333">
                  <a:extLst>
                    <a:ext uri="{9D8B030D-6E8A-4147-A177-3AD203B41FA5}">
                      <a16:colId xmlns:a16="http://schemas.microsoft.com/office/drawing/2014/main" val="4141475732"/>
                    </a:ext>
                  </a:extLst>
                </a:gridCol>
                <a:gridCol w="2709333">
                  <a:extLst>
                    <a:ext uri="{9D8B030D-6E8A-4147-A177-3AD203B41FA5}">
                      <a16:colId xmlns:a16="http://schemas.microsoft.com/office/drawing/2014/main" val="3215342759"/>
                    </a:ext>
                  </a:extLst>
                </a:gridCol>
                <a:gridCol w="2709333">
                  <a:extLst>
                    <a:ext uri="{9D8B030D-6E8A-4147-A177-3AD203B41FA5}">
                      <a16:colId xmlns:a16="http://schemas.microsoft.com/office/drawing/2014/main" val="3970800452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Time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Duration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Activities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0773044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10:00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1h30min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Discussion of previous day’s contest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3523629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11:30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US" dirty="0"/>
                        <a:t>1h30min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Instruction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7597538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13:00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30min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Lunch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46612014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13:00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3h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Practice Contest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10111278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16:30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End!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2204598"/>
                  </a:ext>
                </a:extLst>
              </a:tr>
            </a:tbl>
          </a:graphicData>
        </a:graphic>
      </p:graphicFrame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22">
          <a:extLst>
            <a:ext uri="{FF2B5EF4-FFF2-40B4-BE49-F238E27FC236}">
              <a16:creationId xmlns:a16="http://schemas.microsoft.com/office/drawing/2014/main" id="{D9097472-E0CD-7B50-F588-8036947CCF6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g37c4946a550_0_194">
            <a:extLst>
              <a:ext uri="{FF2B5EF4-FFF2-40B4-BE49-F238E27FC236}">
                <a16:creationId xmlns:a16="http://schemas.microsoft.com/office/drawing/2014/main" id="{3578D9E9-27B8-F303-0E63-49C28A5C2857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2231136" y="228421"/>
            <a:ext cx="7729800" cy="662100"/>
          </a:xfrm>
          <a:prstGeom prst="rect">
            <a:avLst/>
          </a:prstGeom>
          <a:solidFill>
            <a:srgbClr val="FFFFFF"/>
          </a:solidFill>
          <a:ln w="31750" cap="sq" cmpd="sng">
            <a:solidFill>
              <a:srgbClr val="404040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182875" tIns="182875" rIns="182875" bIns="182875" anchor="ctr" anchorCtr="0">
            <a:normAutofit fontScale="90000"/>
          </a:bodyPr>
          <a:lstStyle/>
          <a:p>
            <a:pPr marL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262626"/>
              </a:buClr>
              <a:buSzPct val="100000"/>
              <a:buFont typeface="Gill Sans"/>
              <a:buNone/>
            </a:pPr>
            <a:r>
              <a:rPr lang="en-US" dirty="0"/>
              <a:t>Roadmap for this Week Day 1</a:t>
            </a:r>
            <a:endParaRPr dirty="0"/>
          </a:p>
        </p:txBody>
      </p:sp>
      <p:sp>
        <p:nvSpPr>
          <p:cNvPr id="224" name="Google Shape;224;g37c4946a550_0_194">
            <a:extLst>
              <a:ext uri="{FF2B5EF4-FFF2-40B4-BE49-F238E27FC236}">
                <a16:creationId xmlns:a16="http://schemas.microsoft.com/office/drawing/2014/main" id="{06EBE881-06D5-F908-50F9-04827DAEFE47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494675" y="1096825"/>
            <a:ext cx="11231400" cy="528764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lvl="0" indent="-355600">
              <a:spcBef>
                <a:spcPts val="0"/>
              </a:spcBef>
              <a:buSzPts val="2000"/>
            </a:pPr>
            <a:r>
              <a:rPr lang="en-US" sz="2400" dirty="0"/>
              <a:t>Day 1</a:t>
            </a:r>
          </a:p>
          <a:p>
            <a:pPr lvl="1" indent="-355600">
              <a:spcBef>
                <a:spcPts val="0"/>
              </a:spcBef>
              <a:buSzPts val="2000"/>
            </a:pPr>
            <a:r>
              <a:rPr lang="en-US" sz="2000" dirty="0"/>
              <a:t>1.3.3 Introduction to Algorithm Analysis </a:t>
            </a:r>
          </a:p>
          <a:p>
            <a:pPr lvl="1" indent="-355600">
              <a:spcBef>
                <a:spcPts val="0"/>
              </a:spcBef>
              <a:buSzPts val="2000"/>
            </a:pPr>
            <a:r>
              <a:rPr lang="en-US" sz="2000" dirty="0"/>
              <a:t>2.2 Linear DS with Built-in Libraries</a:t>
            </a:r>
          </a:p>
          <a:p>
            <a:pPr lvl="2" indent="-355600">
              <a:spcBef>
                <a:spcPts val="0"/>
              </a:spcBef>
              <a:buSzPts val="2000"/>
            </a:pPr>
            <a:r>
              <a:rPr lang="en-US" sz="2000" dirty="0"/>
              <a:t>2.2.1 Array</a:t>
            </a:r>
          </a:p>
          <a:p>
            <a:pPr lvl="2" indent="-355600">
              <a:spcBef>
                <a:spcPts val="0"/>
              </a:spcBef>
              <a:buSzPts val="2000"/>
            </a:pPr>
            <a:r>
              <a:rPr lang="en-US" sz="2000" dirty="0"/>
              <a:t>2.2.3 Bitmask</a:t>
            </a:r>
          </a:p>
          <a:p>
            <a:pPr lvl="2" indent="-355600">
              <a:spcBef>
                <a:spcPts val="0"/>
              </a:spcBef>
              <a:buSzPts val="2000"/>
            </a:pPr>
            <a:r>
              <a:rPr lang="en-US" sz="2000" dirty="0"/>
              <a:t>2.2.5 Linked Data Structures</a:t>
            </a:r>
          </a:p>
          <a:p>
            <a:pPr lvl="1" indent="-355600">
              <a:spcBef>
                <a:spcPts val="0"/>
              </a:spcBef>
              <a:buSzPts val="2000"/>
            </a:pPr>
            <a:r>
              <a:rPr lang="en-US" sz="2000" dirty="0"/>
              <a:t>2.3 Non-Linear DS with Built-in Libraries </a:t>
            </a:r>
          </a:p>
          <a:p>
            <a:pPr lvl="2" indent="-355600">
              <a:spcBef>
                <a:spcPts val="0"/>
              </a:spcBef>
              <a:buSzPts val="2000"/>
            </a:pPr>
            <a:r>
              <a:rPr lang="en-US" sz="2000" dirty="0"/>
              <a:t>2.3.1 Binary Heap (Priority Queue)</a:t>
            </a:r>
          </a:p>
          <a:p>
            <a:pPr lvl="2" indent="-355600">
              <a:spcBef>
                <a:spcPts val="0"/>
              </a:spcBef>
              <a:buSzPts val="2000"/>
            </a:pPr>
            <a:r>
              <a:rPr lang="en-US" sz="2000" dirty="0"/>
              <a:t>2.3.2 Hash Table</a:t>
            </a:r>
          </a:p>
          <a:p>
            <a:pPr lvl="2" indent="-355600">
              <a:spcBef>
                <a:spcPts val="0"/>
              </a:spcBef>
              <a:buSzPts val="2000"/>
            </a:pPr>
            <a:r>
              <a:rPr lang="en-US" sz="2000" dirty="0"/>
              <a:t>2.3.3 Balanced Binary Search Tree (</a:t>
            </a:r>
            <a:r>
              <a:rPr lang="en-US" sz="2000" dirty="0" err="1"/>
              <a:t>bBST</a:t>
            </a:r>
            <a:r>
              <a:rPr lang="en-US" sz="2000" dirty="0"/>
              <a:t>)</a:t>
            </a:r>
          </a:p>
          <a:p>
            <a:pPr lvl="1" indent="-355600">
              <a:spcBef>
                <a:spcPts val="0"/>
              </a:spcBef>
              <a:buSzPts val="2000"/>
            </a:pPr>
            <a:r>
              <a:rPr lang="en-US" sz="2000" dirty="0"/>
              <a:t>2.4 DS with Our Own Libraries</a:t>
            </a:r>
          </a:p>
          <a:p>
            <a:pPr lvl="2" indent="-355600">
              <a:spcBef>
                <a:spcPts val="0"/>
              </a:spcBef>
              <a:buSzPts val="2000"/>
            </a:pPr>
            <a:r>
              <a:rPr lang="en-US" sz="2000" dirty="0"/>
              <a:t>2.4.1 Graph</a:t>
            </a:r>
          </a:p>
          <a:p>
            <a:pPr lvl="2" indent="-355600">
              <a:spcBef>
                <a:spcPts val="0"/>
              </a:spcBef>
              <a:buSzPts val="2000"/>
            </a:pPr>
            <a:r>
              <a:rPr lang="en-US" sz="2000" dirty="0"/>
              <a:t>2.4.2 Union-Find Disjoint Sets</a:t>
            </a:r>
          </a:p>
          <a:p>
            <a:pPr lvl="2" indent="-355600">
              <a:spcBef>
                <a:spcPts val="0"/>
              </a:spcBef>
              <a:buSzPts val="2000"/>
            </a:pPr>
            <a:r>
              <a:rPr lang="en-US" sz="2000" dirty="0"/>
              <a:t>2.4.3 Fenwick (Binary Indexed) Tree</a:t>
            </a:r>
          </a:p>
        </p:txBody>
      </p:sp>
    </p:spTree>
    <p:extLst>
      <p:ext uri="{BB962C8B-B14F-4D97-AF65-F5344CB8AC3E}">
        <p14:creationId xmlns:p14="http://schemas.microsoft.com/office/powerpoint/2010/main" val="166169943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4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4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4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4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5" fill="hold">
                      <p:stCondLst>
                        <p:cond delay="indefinite"/>
                      </p:stCondLst>
                      <p:childTnLst>
                        <p:par>
                          <p:cTn id="56" fill="hold">
                            <p:stCondLst>
                              <p:cond delay="0"/>
                            </p:stCondLst>
                            <p:childTnLst>
                              <p:par>
                                <p:cTn id="5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4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22">
          <a:extLst>
            <a:ext uri="{FF2B5EF4-FFF2-40B4-BE49-F238E27FC236}">
              <a16:creationId xmlns:a16="http://schemas.microsoft.com/office/drawing/2014/main" id="{F4B56BA0-5666-3EC6-22EB-20897314F3E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g37c4946a550_0_194">
            <a:extLst>
              <a:ext uri="{FF2B5EF4-FFF2-40B4-BE49-F238E27FC236}">
                <a16:creationId xmlns:a16="http://schemas.microsoft.com/office/drawing/2014/main" id="{EB63E154-839A-08CA-1792-4A17F78F508B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2231136" y="228421"/>
            <a:ext cx="7729800" cy="662100"/>
          </a:xfrm>
          <a:prstGeom prst="rect">
            <a:avLst/>
          </a:prstGeom>
          <a:solidFill>
            <a:srgbClr val="FFFFFF"/>
          </a:solidFill>
          <a:ln w="31750" cap="sq" cmpd="sng">
            <a:solidFill>
              <a:srgbClr val="404040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182875" tIns="182875" rIns="182875" bIns="182875" anchor="ctr" anchorCtr="0">
            <a:normAutofit fontScale="90000"/>
          </a:bodyPr>
          <a:lstStyle/>
          <a:p>
            <a:pPr marL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262626"/>
              </a:buClr>
              <a:buSzPct val="100000"/>
              <a:buFont typeface="Gill Sans"/>
              <a:buNone/>
            </a:pPr>
            <a:r>
              <a:rPr lang="en-US" dirty="0"/>
              <a:t>Roadmap for this Week Day 2</a:t>
            </a:r>
            <a:endParaRPr dirty="0"/>
          </a:p>
        </p:txBody>
      </p:sp>
      <p:sp>
        <p:nvSpPr>
          <p:cNvPr id="224" name="Google Shape;224;g37c4946a550_0_194">
            <a:extLst>
              <a:ext uri="{FF2B5EF4-FFF2-40B4-BE49-F238E27FC236}">
                <a16:creationId xmlns:a16="http://schemas.microsoft.com/office/drawing/2014/main" id="{2492F818-89AB-4535-E02C-EB9E295386C9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494675" y="1096825"/>
            <a:ext cx="11231400" cy="55327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indent="-355600">
              <a:spcBef>
                <a:spcPts val="0"/>
              </a:spcBef>
              <a:buSzPts val="2000"/>
            </a:pPr>
            <a:r>
              <a:rPr lang="en-US" sz="2000" dirty="0"/>
              <a:t>Day 2</a:t>
            </a:r>
          </a:p>
          <a:p>
            <a:pPr lvl="1" indent="-355600">
              <a:spcBef>
                <a:spcPts val="0"/>
              </a:spcBef>
              <a:buSzPts val="2000"/>
            </a:pPr>
            <a:r>
              <a:rPr lang="en-US" sz="1800" dirty="0"/>
              <a:t>3.2 Complete Search</a:t>
            </a:r>
          </a:p>
          <a:p>
            <a:pPr lvl="2" indent="-355600">
              <a:spcBef>
                <a:spcPts val="0"/>
              </a:spcBef>
              <a:buSzPts val="2000"/>
            </a:pPr>
            <a:r>
              <a:rPr lang="en-US" sz="1800" dirty="0"/>
              <a:t>3.2.1 Iterative Complete Search</a:t>
            </a:r>
          </a:p>
          <a:p>
            <a:pPr lvl="2" indent="-355600">
              <a:spcBef>
                <a:spcPts val="0"/>
              </a:spcBef>
              <a:buSzPts val="2000"/>
            </a:pPr>
            <a:r>
              <a:rPr lang="en-US" sz="1800" dirty="0"/>
              <a:t>3.2.2 Recursive Complete Search</a:t>
            </a:r>
          </a:p>
          <a:p>
            <a:pPr lvl="2" indent="-355600">
              <a:spcBef>
                <a:spcPts val="0"/>
              </a:spcBef>
              <a:buSzPts val="2000"/>
            </a:pPr>
            <a:r>
              <a:rPr lang="en-US" sz="1800" dirty="0"/>
              <a:t>3.2.3 Complete Search Tips</a:t>
            </a:r>
          </a:p>
          <a:p>
            <a:pPr lvl="1" indent="-355600">
              <a:spcBef>
                <a:spcPts val="0"/>
              </a:spcBef>
              <a:buSzPts val="2000"/>
            </a:pPr>
            <a:r>
              <a:rPr lang="en-US" sz="1800" dirty="0"/>
              <a:t>3.3 Divide and Conquer</a:t>
            </a:r>
          </a:p>
          <a:p>
            <a:pPr lvl="2" indent="-355600">
              <a:spcBef>
                <a:spcPts val="0"/>
              </a:spcBef>
              <a:buSzPts val="2000"/>
            </a:pPr>
            <a:r>
              <a:rPr lang="en-US" sz="1800" dirty="0"/>
              <a:t>3.3.2 Ternary Search</a:t>
            </a:r>
          </a:p>
        </p:txBody>
      </p:sp>
    </p:spTree>
    <p:extLst>
      <p:ext uri="{BB962C8B-B14F-4D97-AF65-F5344CB8AC3E}">
        <p14:creationId xmlns:p14="http://schemas.microsoft.com/office/powerpoint/2010/main" val="103382830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22">
          <a:extLst>
            <a:ext uri="{FF2B5EF4-FFF2-40B4-BE49-F238E27FC236}">
              <a16:creationId xmlns:a16="http://schemas.microsoft.com/office/drawing/2014/main" id="{430C5FAE-EDF5-A3FB-4C72-F9D4B29CC00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g37c4946a550_0_194">
            <a:extLst>
              <a:ext uri="{FF2B5EF4-FFF2-40B4-BE49-F238E27FC236}">
                <a16:creationId xmlns:a16="http://schemas.microsoft.com/office/drawing/2014/main" id="{028D74A8-FBCE-7C6F-7C00-F4DE0DDEA102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2231136" y="228421"/>
            <a:ext cx="7729800" cy="662100"/>
          </a:xfrm>
          <a:prstGeom prst="rect">
            <a:avLst/>
          </a:prstGeom>
          <a:solidFill>
            <a:srgbClr val="FFFFFF"/>
          </a:solidFill>
          <a:ln w="31750" cap="sq" cmpd="sng">
            <a:solidFill>
              <a:srgbClr val="404040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182875" tIns="182875" rIns="182875" bIns="182875" anchor="ctr" anchorCtr="0">
            <a:normAutofit fontScale="90000"/>
          </a:bodyPr>
          <a:lstStyle/>
          <a:p>
            <a:pPr marL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262626"/>
              </a:buClr>
              <a:buSzPct val="100000"/>
              <a:buFont typeface="Gill Sans"/>
              <a:buNone/>
            </a:pPr>
            <a:r>
              <a:rPr lang="en-US" dirty="0"/>
              <a:t>Roadmap for this Week Day 3</a:t>
            </a:r>
            <a:endParaRPr dirty="0"/>
          </a:p>
        </p:txBody>
      </p:sp>
      <p:sp>
        <p:nvSpPr>
          <p:cNvPr id="224" name="Google Shape;224;g37c4946a550_0_194">
            <a:extLst>
              <a:ext uri="{FF2B5EF4-FFF2-40B4-BE49-F238E27FC236}">
                <a16:creationId xmlns:a16="http://schemas.microsoft.com/office/drawing/2014/main" id="{250BA577-F3CA-17B6-DE5D-964B4205DED0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494675" y="1096825"/>
            <a:ext cx="11231400" cy="55327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indent="-355600">
              <a:spcBef>
                <a:spcPts val="0"/>
              </a:spcBef>
              <a:buSzPts val="2000"/>
            </a:pPr>
            <a:r>
              <a:rPr lang="en-US" sz="2000" dirty="0"/>
              <a:t>Day 3</a:t>
            </a:r>
          </a:p>
          <a:p>
            <a:pPr lvl="1" indent="-355600">
              <a:spcBef>
                <a:spcPts val="0"/>
              </a:spcBef>
              <a:buSzPts val="2000"/>
            </a:pPr>
            <a:r>
              <a:rPr lang="en-US" sz="1800" dirty="0"/>
              <a:t>3.4 Greedy</a:t>
            </a:r>
          </a:p>
          <a:p>
            <a:pPr lvl="2" indent="-355600">
              <a:spcBef>
                <a:spcPts val="0"/>
              </a:spcBef>
              <a:buSzPts val="2000"/>
            </a:pPr>
            <a:r>
              <a:rPr lang="en-US" sz="1800" dirty="0"/>
              <a:t>3.4.1 Examples</a:t>
            </a:r>
          </a:p>
          <a:p>
            <a:pPr lvl="1" indent="-355600">
              <a:spcBef>
                <a:spcPts val="0"/>
              </a:spcBef>
              <a:buSzPts val="2000"/>
            </a:pPr>
            <a:r>
              <a:rPr lang="en-US" sz="1800" dirty="0"/>
              <a:t>3.5 Dynamic Programming</a:t>
            </a:r>
          </a:p>
          <a:p>
            <a:pPr lvl="2" indent="-355600">
              <a:spcBef>
                <a:spcPts val="0"/>
              </a:spcBef>
              <a:buSzPts val="2000"/>
            </a:pPr>
            <a:r>
              <a:rPr lang="en-US" sz="1800" dirty="0"/>
              <a:t>3.5.1 DP Illustration</a:t>
            </a:r>
          </a:p>
          <a:p>
            <a:pPr lvl="2" indent="-355600">
              <a:spcBef>
                <a:spcPts val="0"/>
              </a:spcBef>
              <a:buSzPts val="2000"/>
            </a:pPr>
            <a:r>
              <a:rPr lang="en-US" sz="1800" dirty="0"/>
              <a:t>3.5.2 Classical Examples</a:t>
            </a:r>
          </a:p>
          <a:p>
            <a:pPr lvl="2" indent="-355600">
              <a:spcBef>
                <a:spcPts val="0"/>
              </a:spcBef>
              <a:buSzPts val="2000"/>
            </a:pPr>
            <a:r>
              <a:rPr lang="en-US" sz="1800" dirty="0"/>
              <a:t>3.5.3 Non-Classical Examples</a:t>
            </a:r>
          </a:p>
        </p:txBody>
      </p:sp>
    </p:spTree>
    <p:extLst>
      <p:ext uri="{BB962C8B-B14F-4D97-AF65-F5344CB8AC3E}">
        <p14:creationId xmlns:p14="http://schemas.microsoft.com/office/powerpoint/2010/main" val="12890277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22">
          <a:extLst>
            <a:ext uri="{FF2B5EF4-FFF2-40B4-BE49-F238E27FC236}">
              <a16:creationId xmlns:a16="http://schemas.microsoft.com/office/drawing/2014/main" id="{54AE2A54-68E6-6D6C-12D8-4F005E4E4D2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g37c4946a550_0_194">
            <a:extLst>
              <a:ext uri="{FF2B5EF4-FFF2-40B4-BE49-F238E27FC236}">
                <a16:creationId xmlns:a16="http://schemas.microsoft.com/office/drawing/2014/main" id="{71CF85AC-34BD-F039-8690-61BE8E73AC54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2231136" y="228421"/>
            <a:ext cx="7729800" cy="662100"/>
          </a:xfrm>
          <a:prstGeom prst="rect">
            <a:avLst/>
          </a:prstGeom>
          <a:solidFill>
            <a:srgbClr val="FFFFFF"/>
          </a:solidFill>
          <a:ln w="31750" cap="sq" cmpd="sng">
            <a:solidFill>
              <a:srgbClr val="404040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182875" tIns="182875" rIns="182875" bIns="182875" anchor="ctr" anchorCtr="0">
            <a:normAutofit fontScale="90000"/>
          </a:bodyPr>
          <a:lstStyle/>
          <a:p>
            <a:pPr marL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262626"/>
              </a:buClr>
              <a:buSzPct val="100000"/>
              <a:buFont typeface="Gill Sans"/>
              <a:buNone/>
            </a:pPr>
            <a:r>
              <a:rPr lang="en-US" dirty="0"/>
              <a:t>Roadmap for this Week Day 4</a:t>
            </a:r>
            <a:endParaRPr dirty="0"/>
          </a:p>
        </p:txBody>
      </p:sp>
      <p:sp>
        <p:nvSpPr>
          <p:cNvPr id="224" name="Google Shape;224;g37c4946a550_0_194">
            <a:extLst>
              <a:ext uri="{FF2B5EF4-FFF2-40B4-BE49-F238E27FC236}">
                <a16:creationId xmlns:a16="http://schemas.microsoft.com/office/drawing/2014/main" id="{C07858F7-30F0-1EBF-9568-84F4A965890D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494675" y="1096825"/>
            <a:ext cx="11231400" cy="55327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indent="-355600">
              <a:spcBef>
                <a:spcPts val="0"/>
              </a:spcBef>
              <a:buSzPts val="2000"/>
            </a:pPr>
            <a:r>
              <a:rPr lang="en-US" sz="2000" dirty="0"/>
              <a:t>Day 4</a:t>
            </a:r>
          </a:p>
          <a:p>
            <a:pPr lvl="1" indent="-355600">
              <a:spcBef>
                <a:spcPts val="0"/>
              </a:spcBef>
              <a:buSzPts val="2000"/>
            </a:pPr>
            <a:r>
              <a:rPr lang="en-US" sz="1800" dirty="0"/>
              <a:t>4.2 Graph Traversal</a:t>
            </a:r>
          </a:p>
          <a:p>
            <a:pPr lvl="2" indent="-355600">
              <a:spcBef>
                <a:spcPts val="0"/>
              </a:spcBef>
              <a:buSzPts val="2000"/>
            </a:pPr>
            <a:r>
              <a:rPr lang="en-US" sz="1800" dirty="0"/>
              <a:t>4.2.2 Depth First Search (DFS)</a:t>
            </a:r>
          </a:p>
          <a:p>
            <a:pPr lvl="2" indent="-355600">
              <a:spcBef>
                <a:spcPts val="0"/>
              </a:spcBef>
              <a:buSzPts val="2000"/>
            </a:pPr>
            <a:r>
              <a:rPr lang="en-US" sz="1800" dirty="0"/>
              <a:t>4.2.3 Breadth First Search (BFS)</a:t>
            </a:r>
          </a:p>
          <a:p>
            <a:pPr lvl="2" indent="-355600">
              <a:spcBef>
                <a:spcPts val="0"/>
              </a:spcBef>
              <a:buSzPts val="2000"/>
            </a:pPr>
            <a:r>
              <a:rPr lang="en-US" sz="1800" dirty="0"/>
              <a:t>4.2.5 Flood Fill (Implicit 2D Grid Graph)</a:t>
            </a:r>
          </a:p>
          <a:p>
            <a:pPr lvl="1" indent="-355600">
              <a:spcBef>
                <a:spcPts val="0"/>
              </a:spcBef>
              <a:buSzPts val="2000"/>
            </a:pPr>
            <a:r>
              <a:rPr lang="en-US" sz="1800" dirty="0"/>
              <a:t>4.3 Minimum Spanning Tree</a:t>
            </a:r>
          </a:p>
          <a:p>
            <a:pPr lvl="2" indent="-355600">
              <a:spcBef>
                <a:spcPts val="0"/>
              </a:spcBef>
              <a:buSzPts val="2000"/>
            </a:pPr>
            <a:r>
              <a:rPr lang="en-US" sz="1800" dirty="0"/>
              <a:t>4.3.1 Overview and Motivation</a:t>
            </a:r>
          </a:p>
          <a:p>
            <a:pPr lvl="2" indent="-355600">
              <a:spcBef>
                <a:spcPts val="0"/>
              </a:spcBef>
              <a:buSzPts val="2000"/>
            </a:pPr>
            <a:r>
              <a:rPr lang="en-US" sz="1800" dirty="0"/>
              <a:t>4.3.2 Kruskal’s Algorithm</a:t>
            </a:r>
          </a:p>
          <a:p>
            <a:pPr lvl="1" indent="-355600">
              <a:spcBef>
                <a:spcPts val="0"/>
              </a:spcBef>
              <a:buSzPts val="2000"/>
            </a:pPr>
            <a:r>
              <a:rPr lang="en-US" sz="1800" dirty="0"/>
              <a:t>4.4 Single-Source Shortest Paths (SSSP)</a:t>
            </a:r>
          </a:p>
          <a:p>
            <a:pPr lvl="2" indent="-355600">
              <a:spcBef>
                <a:spcPts val="0"/>
              </a:spcBef>
              <a:buSzPts val="2000"/>
            </a:pPr>
            <a:r>
              <a:rPr lang="en-US" sz="1800" dirty="0"/>
              <a:t>4.4.1 Overview and Motivation</a:t>
            </a:r>
          </a:p>
          <a:p>
            <a:pPr lvl="2" indent="-355600">
              <a:spcBef>
                <a:spcPts val="0"/>
              </a:spcBef>
              <a:buSzPts val="2000"/>
            </a:pPr>
            <a:r>
              <a:rPr lang="en-US" sz="1800" dirty="0"/>
              <a:t>4.4.3 On Weighted Graph: Dijkstra’s</a:t>
            </a:r>
          </a:p>
        </p:txBody>
      </p:sp>
    </p:spTree>
    <p:extLst>
      <p:ext uri="{BB962C8B-B14F-4D97-AF65-F5344CB8AC3E}">
        <p14:creationId xmlns:p14="http://schemas.microsoft.com/office/powerpoint/2010/main" val="73105052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4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4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22">
          <a:extLst>
            <a:ext uri="{FF2B5EF4-FFF2-40B4-BE49-F238E27FC236}">
              <a16:creationId xmlns:a16="http://schemas.microsoft.com/office/drawing/2014/main" id="{C4966DDA-0DCA-25AA-0631-DC89B138934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g37c4946a550_0_194">
            <a:extLst>
              <a:ext uri="{FF2B5EF4-FFF2-40B4-BE49-F238E27FC236}">
                <a16:creationId xmlns:a16="http://schemas.microsoft.com/office/drawing/2014/main" id="{8FB8E00A-4141-7771-E811-79D4EE4B0363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2231136" y="228421"/>
            <a:ext cx="7729800" cy="662100"/>
          </a:xfrm>
          <a:prstGeom prst="rect">
            <a:avLst/>
          </a:prstGeom>
          <a:solidFill>
            <a:srgbClr val="FFFFFF"/>
          </a:solidFill>
          <a:ln w="31750" cap="sq" cmpd="sng">
            <a:solidFill>
              <a:srgbClr val="404040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182875" tIns="182875" rIns="182875" bIns="182875" anchor="ctr" anchorCtr="0">
            <a:normAutofit fontScale="90000"/>
          </a:bodyPr>
          <a:lstStyle/>
          <a:p>
            <a:pPr marL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262626"/>
              </a:buClr>
              <a:buSzPct val="100000"/>
              <a:buFont typeface="Gill Sans"/>
              <a:buNone/>
            </a:pPr>
            <a:r>
              <a:rPr lang="en-US" dirty="0"/>
              <a:t>Roadmap for this Week Day 5</a:t>
            </a:r>
            <a:endParaRPr dirty="0"/>
          </a:p>
        </p:txBody>
      </p:sp>
      <p:sp>
        <p:nvSpPr>
          <p:cNvPr id="224" name="Google Shape;224;g37c4946a550_0_194">
            <a:extLst>
              <a:ext uri="{FF2B5EF4-FFF2-40B4-BE49-F238E27FC236}">
                <a16:creationId xmlns:a16="http://schemas.microsoft.com/office/drawing/2014/main" id="{4D6C3148-5D93-6F91-BEFB-BA8F4783BB98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494675" y="1096825"/>
            <a:ext cx="11231400" cy="55327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indent="-355600">
              <a:spcBef>
                <a:spcPts val="0"/>
              </a:spcBef>
              <a:buSzPts val="2000"/>
            </a:pPr>
            <a:r>
              <a:rPr lang="en-US" sz="2000" dirty="0"/>
              <a:t>Day 5</a:t>
            </a:r>
          </a:p>
          <a:p>
            <a:pPr lvl="1" indent="-355600">
              <a:spcBef>
                <a:spcPts val="0"/>
              </a:spcBef>
              <a:buSzPts val="2000"/>
            </a:pPr>
            <a:r>
              <a:rPr lang="en-US" sz="1800" dirty="0"/>
              <a:t>5.3 Number Theory</a:t>
            </a:r>
          </a:p>
          <a:p>
            <a:pPr lvl="2" indent="-355600">
              <a:spcBef>
                <a:spcPts val="0"/>
              </a:spcBef>
              <a:buSzPts val="2000"/>
            </a:pPr>
            <a:r>
              <a:rPr lang="en-US" sz="1800" dirty="0"/>
              <a:t>5.3.1 Prime Numbers</a:t>
            </a:r>
          </a:p>
          <a:p>
            <a:pPr lvl="2" indent="-355600">
              <a:spcBef>
                <a:spcPts val="0"/>
              </a:spcBef>
              <a:buSzPts val="2000"/>
            </a:pPr>
            <a:r>
              <a:rPr lang="en-US" sz="1800" dirty="0"/>
              <a:t>5.3.3 Finding Prime Factors with Optimized Trial Divisions</a:t>
            </a:r>
          </a:p>
          <a:p>
            <a:pPr lvl="2" indent="-355600">
              <a:spcBef>
                <a:spcPts val="0"/>
              </a:spcBef>
              <a:buSzPts val="2000"/>
            </a:pPr>
            <a:r>
              <a:rPr lang="en-US" sz="1800" dirty="0"/>
              <a:t>5.3.5 Modified Sieve</a:t>
            </a:r>
          </a:p>
          <a:p>
            <a:pPr lvl="2" indent="-355600">
              <a:spcBef>
                <a:spcPts val="0"/>
              </a:spcBef>
              <a:buSzPts val="2000"/>
            </a:pPr>
            <a:r>
              <a:rPr lang="en-US" sz="1800" dirty="0"/>
              <a:t>5.3.6 Greatest Common Divisor &amp; Least Common Multiple</a:t>
            </a:r>
          </a:p>
          <a:p>
            <a:pPr lvl="2" indent="-355600">
              <a:spcBef>
                <a:spcPts val="0"/>
              </a:spcBef>
              <a:buSzPts val="2000"/>
            </a:pPr>
            <a:r>
              <a:rPr lang="en-US" sz="1800" dirty="0"/>
              <a:t>5.3.9 Modular Arithmetic</a:t>
            </a:r>
          </a:p>
          <a:p>
            <a:pPr lvl="1" indent="-355600">
              <a:spcBef>
                <a:spcPts val="0"/>
              </a:spcBef>
              <a:buSzPts val="2000"/>
            </a:pPr>
            <a:r>
              <a:rPr lang="en-US" sz="1800" dirty="0"/>
              <a:t>7.2 Basic Geometry Objects with Libraries</a:t>
            </a:r>
          </a:p>
          <a:p>
            <a:pPr lvl="2" indent="-355600">
              <a:spcBef>
                <a:spcPts val="0"/>
              </a:spcBef>
              <a:buSzPts val="2000"/>
            </a:pPr>
            <a:r>
              <a:rPr lang="en-US" sz="1800" dirty="0"/>
              <a:t>7.2.1 0D Objects: Points</a:t>
            </a:r>
          </a:p>
          <a:p>
            <a:pPr lvl="2" indent="-355600">
              <a:spcBef>
                <a:spcPts val="0"/>
              </a:spcBef>
              <a:buSzPts val="2000"/>
            </a:pPr>
            <a:r>
              <a:rPr lang="en-US" sz="1800" dirty="0"/>
              <a:t>7.2.2 1D Objects: Lines</a:t>
            </a:r>
          </a:p>
          <a:p>
            <a:pPr lvl="2" indent="-355600">
              <a:spcBef>
                <a:spcPts val="0"/>
              </a:spcBef>
              <a:buSzPts val="2000"/>
            </a:pPr>
            <a:r>
              <a:rPr lang="en-US" sz="1800" dirty="0"/>
              <a:t>7.2.3 2D Objects: Circles</a:t>
            </a:r>
          </a:p>
          <a:p>
            <a:pPr lvl="2" indent="-355600">
              <a:spcBef>
                <a:spcPts val="0"/>
              </a:spcBef>
              <a:buSzPts val="2000"/>
            </a:pPr>
            <a:r>
              <a:rPr lang="en-US" sz="1800" dirty="0"/>
              <a:t>7.2.4 2D Objects: Triangles</a:t>
            </a:r>
          </a:p>
          <a:p>
            <a:pPr lvl="2" indent="-355600">
              <a:spcBef>
                <a:spcPts val="0"/>
              </a:spcBef>
              <a:buSzPts val="2000"/>
            </a:pPr>
            <a:r>
              <a:rPr lang="en-US" sz="1800" dirty="0"/>
              <a:t>7.2.5 2D Objects: Quadrilaterals</a:t>
            </a:r>
          </a:p>
          <a:p>
            <a:pPr lvl="1" indent="-355600">
              <a:spcBef>
                <a:spcPts val="0"/>
              </a:spcBef>
              <a:buSzPts val="2000"/>
            </a:pPr>
            <a:r>
              <a:rPr lang="en-US" sz="1800" dirty="0"/>
              <a:t>7.3 Algorithms on Polygon with Libraries</a:t>
            </a:r>
          </a:p>
          <a:p>
            <a:pPr lvl="2" indent="-355600">
              <a:spcBef>
                <a:spcPts val="0"/>
              </a:spcBef>
              <a:buSzPts val="2000"/>
            </a:pPr>
            <a:r>
              <a:rPr lang="en-US" sz="1800" dirty="0"/>
              <a:t>7.3.1 Polygon Representation</a:t>
            </a:r>
          </a:p>
          <a:p>
            <a:pPr lvl="2" indent="-355600">
              <a:spcBef>
                <a:spcPts val="0"/>
              </a:spcBef>
              <a:buSzPts val="2000"/>
            </a:pPr>
            <a:r>
              <a:rPr lang="en-US" sz="1800" dirty="0"/>
              <a:t>7.3.3 Area of a Polygon</a:t>
            </a:r>
          </a:p>
          <a:p>
            <a:pPr lvl="2" indent="-355600">
              <a:spcBef>
                <a:spcPts val="0"/>
              </a:spcBef>
              <a:buSzPts val="2000"/>
            </a:pPr>
            <a:r>
              <a:rPr lang="en-US" sz="1800" dirty="0"/>
              <a:t>7.3.4 Checking if a Polygon is Convex</a:t>
            </a:r>
          </a:p>
          <a:p>
            <a:pPr lvl="2" indent="-355600">
              <a:spcBef>
                <a:spcPts val="0"/>
              </a:spcBef>
              <a:buSzPts val="2000"/>
            </a:pPr>
            <a:r>
              <a:rPr lang="en-US" sz="1800" dirty="0"/>
              <a:t>7.3.5 Checking if a Point is Inside a Polygon</a:t>
            </a:r>
          </a:p>
          <a:p>
            <a:pPr lvl="2" indent="-355600">
              <a:spcBef>
                <a:spcPts val="0"/>
              </a:spcBef>
              <a:buSzPts val="2000"/>
            </a:pPr>
            <a:r>
              <a:rPr lang="en-US" sz="1800" dirty="0"/>
              <a:t>7.3.6 Cutting Polygon with a Straight Line</a:t>
            </a:r>
          </a:p>
        </p:txBody>
      </p:sp>
    </p:spTree>
    <p:extLst>
      <p:ext uri="{BB962C8B-B14F-4D97-AF65-F5344CB8AC3E}">
        <p14:creationId xmlns:p14="http://schemas.microsoft.com/office/powerpoint/2010/main" val="122737365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g37c4946a550_0_9"/>
          <p:cNvSpPr txBox="1">
            <a:spLocks noGrp="1"/>
          </p:cNvSpPr>
          <p:nvPr>
            <p:ph type="title"/>
          </p:nvPr>
        </p:nvSpPr>
        <p:spPr>
          <a:xfrm>
            <a:off x="2231136" y="228421"/>
            <a:ext cx="7729800" cy="662100"/>
          </a:xfrm>
          <a:prstGeom prst="rect">
            <a:avLst/>
          </a:prstGeom>
          <a:solidFill>
            <a:srgbClr val="FFFFFF"/>
          </a:solidFill>
          <a:ln w="31750" cap="sq" cmpd="sng">
            <a:solidFill>
              <a:srgbClr val="404040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182875" tIns="182875" rIns="182875" bIns="182875" anchor="ctr" anchorCtr="0">
            <a:normAutofit fontScale="90000"/>
          </a:bodyPr>
          <a:lstStyle/>
          <a:p>
            <a:pPr marL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262626"/>
              </a:buClr>
              <a:buSzPct val="100000"/>
              <a:buFont typeface="Gill Sans"/>
              <a:buNone/>
            </a:pPr>
            <a:r>
              <a:rPr lang="en-US"/>
              <a:t>Resources</a:t>
            </a:r>
            <a:endParaRPr/>
          </a:p>
        </p:txBody>
      </p:sp>
      <p:sp>
        <p:nvSpPr>
          <p:cNvPr id="134" name="Google Shape;134;g37c4946a550_0_9"/>
          <p:cNvSpPr txBox="1">
            <a:spLocks noGrp="1"/>
          </p:cNvSpPr>
          <p:nvPr>
            <p:ph type="body" idx="1"/>
          </p:nvPr>
        </p:nvSpPr>
        <p:spPr>
          <a:xfrm>
            <a:off x="1551215" y="1053548"/>
            <a:ext cx="9716007" cy="163263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0" lvl="0" indent="0">
              <a:spcBef>
                <a:spcPts val="0"/>
              </a:spcBef>
              <a:buNone/>
            </a:pPr>
            <a:r>
              <a:rPr lang="en-US" sz="2000" dirty="0"/>
              <a:t>Competitive Programming, 1 &amp; 2, 4th Edition Steven Halim, Felix Halim, </a:t>
            </a:r>
            <a:r>
              <a:rPr lang="en-US" sz="2000" dirty="0" err="1"/>
              <a:t>Suhendry</a:t>
            </a:r>
            <a:r>
              <a:rPr lang="en-US" sz="2000" dirty="0"/>
              <a:t> Effendy </a:t>
            </a:r>
          </a:p>
          <a:p>
            <a:pPr marL="0" indent="0">
              <a:spcBef>
                <a:spcPts val="0"/>
              </a:spcBef>
              <a:buNone/>
            </a:pPr>
            <a:r>
              <a:rPr lang="en-US" sz="2000" dirty="0"/>
              <a:t>Zelle J. - Python Programming An Introduction to Computer Science, 3rd Edition - 2017</a:t>
            </a: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000" dirty="0" err="1"/>
              <a:t>Eclass</a:t>
            </a:r>
            <a:endParaRPr lang="en-US" sz="2000" dirty="0"/>
          </a:p>
          <a:p>
            <a:pPr marL="0" lvl="0" indent="0">
              <a:spcBef>
                <a:spcPts val="0"/>
              </a:spcBef>
              <a:buNone/>
            </a:pPr>
            <a:r>
              <a:rPr lang="en-US" sz="2000" dirty="0"/>
              <a:t>CSC148 from </a:t>
            </a:r>
            <a:r>
              <a:rPr lang="en-US" sz="2000" dirty="0" err="1"/>
              <a:t>UofT</a:t>
            </a:r>
            <a:r>
              <a:rPr lang="en-US" sz="2000" dirty="0"/>
              <a:t> https://</a:t>
            </a:r>
            <a:r>
              <a:rPr lang="en-US" sz="2000" dirty="0" err="1"/>
              <a:t>www.teach.cs.toronto.edu</a:t>
            </a:r>
            <a:r>
              <a:rPr lang="en-US" sz="2000" dirty="0"/>
              <a:t>/~csc148h/notes/</a:t>
            </a:r>
            <a:r>
              <a:rPr lang="en-US" sz="2000" dirty="0" err="1"/>
              <a:t>index.html</a:t>
            </a:r>
            <a:endParaRPr lang="en-US" sz="2000" dirty="0"/>
          </a:p>
        </p:txBody>
      </p:sp>
      <p:pic>
        <p:nvPicPr>
          <p:cNvPr id="135" name="Google Shape;135;g37c4946a550_0_9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231135" y="2686184"/>
            <a:ext cx="3067799" cy="3782738"/>
          </a:xfrm>
          <a:prstGeom prst="rect">
            <a:avLst/>
          </a:prstGeom>
          <a:noFill/>
          <a:ln>
            <a:noFill/>
          </a:ln>
        </p:spPr>
      </p:pic>
      <p:pic>
        <p:nvPicPr>
          <p:cNvPr id="2" name="Google Shape;143;g37c4946a550_0_123">
            <a:extLst>
              <a:ext uri="{FF2B5EF4-FFF2-40B4-BE49-F238E27FC236}">
                <a16:creationId xmlns:a16="http://schemas.microsoft.com/office/drawing/2014/main" id="{558DBCA2-6B58-636E-20CE-C62BF684F4FD}"/>
              </a:ext>
            </a:extLst>
          </p:cNvPr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5853900" y="2686184"/>
            <a:ext cx="3067800" cy="3782738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22">
          <a:extLst>
            <a:ext uri="{FF2B5EF4-FFF2-40B4-BE49-F238E27FC236}">
              <a16:creationId xmlns:a16="http://schemas.microsoft.com/office/drawing/2014/main" id="{742178FC-1655-6365-A4E5-4990135DB66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g37c4946a550_0_194">
            <a:extLst>
              <a:ext uri="{FF2B5EF4-FFF2-40B4-BE49-F238E27FC236}">
                <a16:creationId xmlns:a16="http://schemas.microsoft.com/office/drawing/2014/main" id="{F80AF7BA-75BE-0CE6-2EA7-79E38AFB481C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2231136" y="228421"/>
            <a:ext cx="7729800" cy="662100"/>
          </a:xfrm>
          <a:prstGeom prst="rect">
            <a:avLst/>
          </a:prstGeom>
          <a:solidFill>
            <a:srgbClr val="FFFFFF"/>
          </a:solidFill>
          <a:ln w="31750" cap="sq" cmpd="sng">
            <a:solidFill>
              <a:srgbClr val="404040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182875" tIns="182875" rIns="182875" bIns="182875" anchor="ctr" anchorCtr="0">
            <a:normAutofit fontScale="90000"/>
          </a:bodyPr>
          <a:lstStyle/>
          <a:p>
            <a:pPr marL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262626"/>
              </a:buClr>
              <a:buSzPct val="100000"/>
              <a:buFont typeface="Gill Sans"/>
              <a:buNone/>
            </a:pPr>
            <a:r>
              <a:rPr lang="en-CA" dirty="0"/>
              <a:t>How to be successful in ICPC</a:t>
            </a:r>
            <a:endParaRPr dirty="0"/>
          </a:p>
        </p:txBody>
      </p:sp>
      <p:sp>
        <p:nvSpPr>
          <p:cNvPr id="224" name="Google Shape;224;g37c4946a550_0_194">
            <a:extLst>
              <a:ext uri="{FF2B5EF4-FFF2-40B4-BE49-F238E27FC236}">
                <a16:creationId xmlns:a16="http://schemas.microsoft.com/office/drawing/2014/main" id="{33084277-67A1-54AF-06FF-6932AC385884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494675" y="1096824"/>
            <a:ext cx="11231400" cy="517785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457200" lvl="0" indent="-355600" algn="l" rtl="0">
              <a:spcBef>
                <a:spcPts val="0"/>
              </a:spcBef>
              <a:spcAft>
                <a:spcPts val="0"/>
              </a:spcAft>
              <a:buSzPts val="2000"/>
              <a:buChar char="•"/>
            </a:pPr>
            <a:r>
              <a:rPr lang="en-US" sz="2000" dirty="0"/>
              <a:t>Theory</a:t>
            </a:r>
          </a:p>
          <a:p>
            <a:pPr lvl="1" indent="-355600">
              <a:spcBef>
                <a:spcPts val="0"/>
              </a:spcBef>
              <a:buSzPts val="2000"/>
            </a:pPr>
            <a:r>
              <a:rPr lang="en-US" sz="1800" dirty="0"/>
              <a:t>Use CP4 textbook as a roadmap of the skills required in ICPC</a:t>
            </a:r>
          </a:p>
          <a:p>
            <a:pPr lvl="1" indent="-355600">
              <a:spcBef>
                <a:spcPts val="0"/>
              </a:spcBef>
              <a:buSzPts val="2000"/>
            </a:pPr>
            <a:r>
              <a:rPr lang="en-US" sz="1800" dirty="0"/>
              <a:t>Use many resources to learn!</a:t>
            </a:r>
          </a:p>
          <a:p>
            <a:pPr lvl="2" indent="-355600">
              <a:spcBef>
                <a:spcPts val="0"/>
              </a:spcBef>
              <a:buSzPts val="2000"/>
            </a:pPr>
            <a:r>
              <a:rPr lang="en-US" sz="1800" dirty="0"/>
              <a:t>Data Structures, Algorithms textbooks</a:t>
            </a:r>
          </a:p>
          <a:p>
            <a:pPr lvl="2" indent="-355600">
              <a:spcBef>
                <a:spcPts val="0"/>
              </a:spcBef>
              <a:buSzPts val="2000"/>
            </a:pPr>
            <a:r>
              <a:rPr lang="en-US" sz="1800" dirty="0"/>
              <a:t>Lectures from other universities</a:t>
            </a:r>
          </a:p>
          <a:p>
            <a:pPr marL="457200" lvl="0" indent="-355600" algn="l" rtl="0">
              <a:spcBef>
                <a:spcPts val="0"/>
              </a:spcBef>
              <a:spcAft>
                <a:spcPts val="0"/>
              </a:spcAft>
              <a:buSzPts val="2000"/>
              <a:buChar char="•"/>
            </a:pPr>
            <a:r>
              <a:rPr lang="en-US" sz="2000" dirty="0"/>
              <a:t>Practice!</a:t>
            </a:r>
          </a:p>
          <a:p>
            <a:pPr lvl="1" indent="-355600">
              <a:spcBef>
                <a:spcPts val="0"/>
              </a:spcBef>
              <a:buSzPts val="2000"/>
            </a:pPr>
            <a:r>
              <a:rPr lang="en-US" sz="1800" dirty="0"/>
              <a:t>Do problems in CP4</a:t>
            </a:r>
          </a:p>
          <a:p>
            <a:pPr lvl="1" indent="-355600">
              <a:spcBef>
                <a:spcPts val="0"/>
              </a:spcBef>
              <a:buSzPts val="2000"/>
            </a:pPr>
            <a:r>
              <a:rPr lang="en-US" sz="1800" dirty="0" err="1"/>
              <a:t>Leetcode</a:t>
            </a:r>
            <a:r>
              <a:rPr lang="en-US" sz="1800" dirty="0"/>
              <a:t> helps</a:t>
            </a:r>
          </a:p>
          <a:p>
            <a:pPr lvl="1" indent="-355600">
              <a:spcBef>
                <a:spcPts val="0"/>
              </a:spcBef>
              <a:buSzPts val="2000"/>
            </a:pPr>
            <a:r>
              <a:rPr lang="en-US" sz="1800" dirty="0" err="1"/>
              <a:t>Codeforces</a:t>
            </a:r>
            <a:r>
              <a:rPr lang="en-US" sz="1800" dirty="0"/>
              <a:t>,</a:t>
            </a:r>
          </a:p>
          <a:p>
            <a:pPr lvl="1" indent="-355600">
              <a:spcBef>
                <a:spcPts val="0"/>
              </a:spcBef>
              <a:buSzPts val="2000"/>
            </a:pPr>
            <a:r>
              <a:rPr lang="en-US" sz="1800" dirty="0"/>
              <a:t>UVa (https://</a:t>
            </a:r>
            <a:r>
              <a:rPr lang="en-US" sz="1800" dirty="0" err="1"/>
              <a:t>onlinejudge.org</a:t>
            </a:r>
            <a:r>
              <a:rPr lang="en-US" sz="1800" dirty="0"/>
              <a:t>/)</a:t>
            </a:r>
          </a:p>
          <a:p>
            <a:pPr lvl="1" indent="-355600">
              <a:spcBef>
                <a:spcPts val="0"/>
              </a:spcBef>
              <a:buSzPts val="2000"/>
            </a:pPr>
            <a:r>
              <a:rPr lang="en-US" sz="1800" dirty="0"/>
              <a:t>Kattis</a:t>
            </a:r>
          </a:p>
          <a:p>
            <a:pPr marL="457200" lvl="0" indent="-355600" algn="l" rtl="0">
              <a:spcBef>
                <a:spcPts val="0"/>
              </a:spcBef>
              <a:spcAft>
                <a:spcPts val="0"/>
              </a:spcAft>
              <a:buSzPts val="2000"/>
              <a:buChar char="•"/>
            </a:pPr>
            <a:r>
              <a:rPr lang="en-US" sz="2000" dirty="0"/>
              <a:t>Teamwork!</a:t>
            </a:r>
          </a:p>
          <a:p>
            <a:pPr lvl="1" indent="-355600">
              <a:spcBef>
                <a:spcPts val="0"/>
              </a:spcBef>
              <a:buSzPts val="2000"/>
            </a:pPr>
            <a:r>
              <a:rPr lang="en-US" sz="1800" dirty="0"/>
              <a:t>Split the work </a:t>
            </a:r>
          </a:p>
          <a:p>
            <a:pPr lvl="1" indent="-355600">
              <a:spcBef>
                <a:spcPts val="0"/>
              </a:spcBef>
              <a:buSzPts val="2000"/>
            </a:pPr>
            <a:r>
              <a:rPr lang="en-US" sz="1800" dirty="0"/>
              <a:t>Practice together</a:t>
            </a:r>
          </a:p>
          <a:p>
            <a:pPr lvl="1" indent="-355600">
              <a:spcBef>
                <a:spcPts val="0"/>
              </a:spcBef>
              <a:buSzPts val="2000"/>
            </a:pPr>
            <a:r>
              <a:rPr lang="en-US" sz="1800" dirty="0"/>
              <a:t>Strategize</a:t>
            </a:r>
          </a:p>
          <a:p>
            <a:pPr lvl="1" indent="-355600">
              <a:spcBef>
                <a:spcPts val="0"/>
              </a:spcBef>
              <a:buSzPts val="2000"/>
            </a:pPr>
            <a:r>
              <a:rPr lang="en-US" sz="1800" dirty="0"/>
              <a:t>Pair programming</a:t>
            </a:r>
          </a:p>
        </p:txBody>
      </p:sp>
    </p:spTree>
    <p:extLst>
      <p:ext uri="{BB962C8B-B14F-4D97-AF65-F5344CB8AC3E}">
        <p14:creationId xmlns:p14="http://schemas.microsoft.com/office/powerpoint/2010/main" val="14456788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4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4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4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4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5" fill="hold">
                      <p:stCondLst>
                        <p:cond delay="indefinite"/>
                      </p:stCondLst>
                      <p:childTnLst>
                        <p:par>
                          <p:cTn id="56" fill="hold">
                            <p:stCondLst>
                              <p:cond delay="0"/>
                            </p:stCondLst>
                            <p:childTnLst>
                              <p:par>
                                <p:cTn id="5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4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9" fill="hold">
                      <p:stCondLst>
                        <p:cond delay="indefinite"/>
                      </p:stCondLst>
                      <p:childTnLst>
                        <p:par>
                          <p:cTn id="60" fill="hold">
                            <p:stCondLst>
                              <p:cond delay="0"/>
                            </p:stCondLst>
                            <p:childTnLst>
                              <p:par>
                                <p:cTn id="6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4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4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22">
          <a:extLst>
            <a:ext uri="{FF2B5EF4-FFF2-40B4-BE49-F238E27FC236}">
              <a16:creationId xmlns:a16="http://schemas.microsoft.com/office/drawing/2014/main" id="{79A286D5-85F5-4DB7-2704-962BD2954FE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g37c4946a550_0_194">
            <a:extLst>
              <a:ext uri="{FF2B5EF4-FFF2-40B4-BE49-F238E27FC236}">
                <a16:creationId xmlns:a16="http://schemas.microsoft.com/office/drawing/2014/main" id="{DDD4AB3C-4365-5A58-F634-4E1424F8A879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2231136" y="228421"/>
            <a:ext cx="7729800" cy="662100"/>
          </a:xfrm>
          <a:prstGeom prst="rect">
            <a:avLst/>
          </a:prstGeom>
          <a:solidFill>
            <a:srgbClr val="FFFFFF"/>
          </a:solidFill>
          <a:ln w="31750" cap="sq" cmpd="sng">
            <a:solidFill>
              <a:srgbClr val="404040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182875" tIns="182875" rIns="182875" bIns="182875" anchor="ctr" anchorCtr="0">
            <a:normAutofit fontScale="90000"/>
          </a:bodyPr>
          <a:lstStyle/>
          <a:p>
            <a:pPr marL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262626"/>
              </a:buClr>
              <a:buSzPct val="100000"/>
              <a:buFont typeface="Gill Sans"/>
              <a:buNone/>
            </a:pPr>
            <a:r>
              <a:rPr lang="en-CA" dirty="0"/>
              <a:t>Example Strategy</a:t>
            </a:r>
            <a:endParaRPr dirty="0"/>
          </a:p>
        </p:txBody>
      </p:sp>
      <p:sp>
        <p:nvSpPr>
          <p:cNvPr id="224" name="Google Shape;224;g37c4946a550_0_194">
            <a:extLst>
              <a:ext uri="{FF2B5EF4-FFF2-40B4-BE49-F238E27FC236}">
                <a16:creationId xmlns:a16="http://schemas.microsoft.com/office/drawing/2014/main" id="{E954E1AD-BC43-B9DD-5732-B341D9859180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494675" y="1096824"/>
            <a:ext cx="11231400" cy="517785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457200" lvl="0" indent="-355600" algn="l" rtl="0">
              <a:spcBef>
                <a:spcPts val="0"/>
              </a:spcBef>
              <a:spcAft>
                <a:spcPts val="0"/>
              </a:spcAft>
              <a:buSzPts val="2000"/>
              <a:buChar char="•"/>
            </a:pPr>
            <a:r>
              <a:rPr lang="en-US" dirty="0"/>
              <a:t>Start:</a:t>
            </a:r>
          </a:p>
          <a:p>
            <a:pPr lvl="1" indent="-355600">
              <a:spcBef>
                <a:spcPts val="0"/>
              </a:spcBef>
              <a:buSzPts val="2000"/>
            </a:pPr>
            <a:r>
              <a:rPr lang="en-US" dirty="0"/>
              <a:t>Every member reads different problems</a:t>
            </a:r>
          </a:p>
          <a:p>
            <a:pPr lvl="1" indent="-355600">
              <a:spcBef>
                <a:spcPts val="0"/>
              </a:spcBef>
              <a:buSzPts val="2000"/>
            </a:pPr>
            <a:r>
              <a:rPr lang="en-US" dirty="0"/>
              <a:t>Rank each problem, Easy, Medium, Hard</a:t>
            </a:r>
          </a:p>
          <a:p>
            <a:pPr lvl="2" indent="-355600">
              <a:spcBef>
                <a:spcPts val="0"/>
              </a:spcBef>
              <a:buSzPts val="2000"/>
            </a:pPr>
            <a:r>
              <a:rPr lang="en-US" dirty="0"/>
              <a:t>Easy -&gt; confident can solve on your own</a:t>
            </a:r>
          </a:p>
          <a:p>
            <a:pPr lvl="2" indent="-355600">
              <a:spcBef>
                <a:spcPts val="0"/>
              </a:spcBef>
              <a:buSzPts val="2000"/>
            </a:pPr>
            <a:r>
              <a:rPr lang="en-US" dirty="0"/>
              <a:t>Medium -&gt; somewhat confident, need someone to talk it through, maybe pair program</a:t>
            </a:r>
          </a:p>
          <a:p>
            <a:pPr lvl="2" indent="-355600">
              <a:spcBef>
                <a:spcPts val="0"/>
              </a:spcBef>
              <a:buSzPts val="2000"/>
            </a:pPr>
            <a:r>
              <a:rPr lang="en-US" dirty="0"/>
              <a:t>Hard -&gt; might need all 3 members, unsure, keep for last</a:t>
            </a:r>
          </a:p>
          <a:p>
            <a:pPr lvl="1" indent="-355600">
              <a:spcBef>
                <a:spcPts val="0"/>
              </a:spcBef>
              <a:buSzPts val="2000"/>
            </a:pPr>
            <a:r>
              <a:rPr lang="en-US" dirty="0"/>
              <a:t>Classify the problem type</a:t>
            </a:r>
          </a:p>
          <a:p>
            <a:pPr lvl="2" indent="-355600">
              <a:spcBef>
                <a:spcPts val="0"/>
              </a:spcBef>
              <a:buSzPts val="2000"/>
            </a:pPr>
            <a:r>
              <a:rPr lang="en-US" dirty="0"/>
              <a:t>Dynamic Programming, Minimum Spanning Tree, Binary Search, </a:t>
            </a:r>
            <a:r>
              <a:rPr lang="en-US" dirty="0" err="1"/>
              <a:t>etc</a:t>
            </a:r>
            <a:r>
              <a:rPr lang="en-US" dirty="0"/>
              <a:t>…</a:t>
            </a:r>
          </a:p>
          <a:p>
            <a:pPr lvl="2" indent="-355600">
              <a:spcBef>
                <a:spcPts val="0"/>
              </a:spcBef>
              <a:buSzPts val="2000"/>
            </a:pPr>
            <a:r>
              <a:rPr lang="en-US" dirty="0"/>
              <a:t>This is to be able to refer problems to each other</a:t>
            </a:r>
          </a:p>
          <a:p>
            <a:pPr lvl="1" indent="-355600">
              <a:spcBef>
                <a:spcPts val="0"/>
              </a:spcBef>
              <a:buSzPts val="2000"/>
            </a:pPr>
            <a:r>
              <a:rPr lang="en-US" dirty="0"/>
              <a:t>Interrupt:</a:t>
            </a:r>
          </a:p>
          <a:p>
            <a:pPr lvl="2" indent="-355600">
              <a:spcBef>
                <a:spcPts val="0"/>
              </a:spcBef>
              <a:buSzPts val="2000"/>
            </a:pPr>
            <a:r>
              <a:rPr lang="en-US" dirty="0"/>
              <a:t>While reading, if a member ranks an easy, attempt to solve it right away</a:t>
            </a:r>
          </a:p>
          <a:p>
            <a:pPr indent="-355600">
              <a:spcBef>
                <a:spcPts val="0"/>
              </a:spcBef>
              <a:buSzPts val="2000"/>
            </a:pPr>
            <a:r>
              <a:rPr lang="en-US" dirty="0"/>
              <a:t>Computer Usage</a:t>
            </a:r>
          </a:p>
          <a:p>
            <a:pPr lvl="1" indent="-355600">
              <a:spcBef>
                <a:spcPts val="0"/>
              </a:spcBef>
              <a:buSzPts val="2000"/>
            </a:pPr>
            <a:r>
              <a:rPr lang="en-US" dirty="0"/>
              <a:t>First solve on paper to verify your solution, unless it is an easy and no one is at the computer</a:t>
            </a:r>
          </a:p>
          <a:p>
            <a:pPr lvl="1" indent="-355600">
              <a:spcBef>
                <a:spcPts val="0"/>
              </a:spcBef>
              <a:buSzPts val="2000"/>
            </a:pPr>
            <a:r>
              <a:rPr lang="en-US" dirty="0"/>
              <a:t>Have 2 signs</a:t>
            </a:r>
          </a:p>
          <a:p>
            <a:pPr lvl="2" indent="-355600">
              <a:spcBef>
                <a:spcPts val="0"/>
              </a:spcBef>
              <a:buSzPts val="2000"/>
            </a:pPr>
            <a:r>
              <a:rPr lang="en-US" dirty="0"/>
              <a:t>“quick test/print” for tasks under 1 minute</a:t>
            </a:r>
          </a:p>
          <a:p>
            <a:pPr lvl="2" indent="-355600">
              <a:spcBef>
                <a:spcPts val="0"/>
              </a:spcBef>
              <a:buSzPts val="2000"/>
            </a:pPr>
            <a:r>
              <a:rPr lang="en-US" dirty="0"/>
              <a:t>“ready to code” for longer coding tasks</a:t>
            </a:r>
          </a:p>
          <a:p>
            <a:pPr lvl="1" indent="-355600">
              <a:spcBef>
                <a:spcPts val="0"/>
              </a:spcBef>
              <a:buSzPts val="2000"/>
            </a:pPr>
            <a:r>
              <a:rPr lang="en-US" dirty="0"/>
              <a:t>This allows the person at the computer to dictate when they stop</a:t>
            </a:r>
          </a:p>
          <a:p>
            <a:pPr lvl="2" indent="-355600">
              <a:spcBef>
                <a:spcPts val="0"/>
              </a:spcBef>
              <a:buSzPts val="2000"/>
            </a:pPr>
            <a:r>
              <a:rPr lang="en-US" dirty="0"/>
              <a:t>For a quick second or if they are not making progress (debugging and back to paper solving)</a:t>
            </a:r>
          </a:p>
          <a:p>
            <a:pPr indent="-355600">
              <a:spcBef>
                <a:spcPts val="0"/>
              </a:spcBef>
              <a:buSzPts val="2000"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65393603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4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4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4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4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5" fill="hold">
                      <p:stCondLst>
                        <p:cond delay="indefinite"/>
                      </p:stCondLst>
                      <p:childTnLst>
                        <p:par>
                          <p:cTn id="56" fill="hold">
                            <p:stCondLst>
                              <p:cond delay="0"/>
                            </p:stCondLst>
                            <p:childTnLst>
                              <p:par>
                                <p:cTn id="5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4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9" fill="hold">
                      <p:stCondLst>
                        <p:cond delay="indefinite"/>
                      </p:stCondLst>
                      <p:childTnLst>
                        <p:par>
                          <p:cTn id="60" fill="hold">
                            <p:stCondLst>
                              <p:cond delay="0"/>
                            </p:stCondLst>
                            <p:childTnLst>
                              <p:par>
                                <p:cTn id="6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4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4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7" fill="hold">
                      <p:stCondLst>
                        <p:cond delay="indefinite"/>
                      </p:stCondLst>
                      <p:childTnLst>
                        <p:par>
                          <p:cTn id="68" fill="hold">
                            <p:stCondLst>
                              <p:cond delay="0"/>
                            </p:stCondLst>
                            <p:childTnLst>
                              <p:par>
                                <p:cTn id="6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4">
                                            <p:txEl>
                                              <p:pRg st="16" end="1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1" fill="hold">
                      <p:stCondLst>
                        <p:cond delay="indefinite"/>
                      </p:stCondLst>
                      <p:childTnLst>
                        <p:par>
                          <p:cTn id="72" fill="hold">
                            <p:stCondLst>
                              <p:cond delay="0"/>
                            </p:stCondLst>
                            <p:childTnLst>
                              <p:par>
                                <p:cTn id="7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4">
                                            <p:txEl>
                                              <p:pRg st="17" end="1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22">
          <a:extLst>
            <a:ext uri="{FF2B5EF4-FFF2-40B4-BE49-F238E27FC236}">
              <a16:creationId xmlns:a16="http://schemas.microsoft.com/office/drawing/2014/main" id="{003F8543-40B4-FE85-06D9-BE615199551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g37c4946a550_0_194">
            <a:extLst>
              <a:ext uri="{FF2B5EF4-FFF2-40B4-BE49-F238E27FC236}">
                <a16:creationId xmlns:a16="http://schemas.microsoft.com/office/drawing/2014/main" id="{6F27D320-6036-F979-FED9-021BCA078F78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2231136" y="228421"/>
            <a:ext cx="7729800" cy="662100"/>
          </a:xfrm>
          <a:prstGeom prst="rect">
            <a:avLst/>
          </a:prstGeom>
          <a:solidFill>
            <a:srgbClr val="FFFFFF"/>
          </a:solidFill>
          <a:ln w="31750" cap="sq" cmpd="sng">
            <a:solidFill>
              <a:srgbClr val="404040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182875" tIns="182875" rIns="182875" bIns="182875" anchor="ctr" anchorCtr="0">
            <a:normAutofit fontScale="90000"/>
          </a:bodyPr>
          <a:lstStyle/>
          <a:p>
            <a:pPr marL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262626"/>
              </a:buClr>
              <a:buSzPct val="100000"/>
              <a:buFont typeface="Gill Sans"/>
              <a:buNone/>
            </a:pPr>
            <a:r>
              <a:rPr lang="en-CA" dirty="0"/>
              <a:t>Let’s get to know each other!</a:t>
            </a:r>
            <a:endParaRPr dirty="0"/>
          </a:p>
        </p:txBody>
      </p:sp>
      <p:sp>
        <p:nvSpPr>
          <p:cNvPr id="224" name="Google Shape;224;g37c4946a550_0_194">
            <a:extLst>
              <a:ext uri="{FF2B5EF4-FFF2-40B4-BE49-F238E27FC236}">
                <a16:creationId xmlns:a16="http://schemas.microsoft.com/office/drawing/2014/main" id="{59725688-9AEE-6781-11C2-EF9AAA4A4547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494675" y="1096824"/>
            <a:ext cx="11231400" cy="517785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indent="-355600">
              <a:spcBef>
                <a:spcPts val="0"/>
              </a:spcBef>
              <a:buSzPts val="2000"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0235027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 nodePh="1">
                                  <p:stCondLst>
                                    <p:cond delay="0"/>
                                  </p:stCondLst>
                                  <p:endCondLst>
                                    <p:cond evt="begin" delay="0">
                                      <p:tn val="5"/>
                                    </p:cond>
                                  </p:end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22">
          <a:extLst>
            <a:ext uri="{FF2B5EF4-FFF2-40B4-BE49-F238E27FC236}">
              <a16:creationId xmlns:a16="http://schemas.microsoft.com/office/drawing/2014/main" id="{18986384-6F34-389D-D626-F5B13B91939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g37c4946a550_0_194">
            <a:extLst>
              <a:ext uri="{FF2B5EF4-FFF2-40B4-BE49-F238E27FC236}">
                <a16:creationId xmlns:a16="http://schemas.microsoft.com/office/drawing/2014/main" id="{49AE5078-8531-0BE7-A41B-0B9E82400E6F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2231136" y="228421"/>
            <a:ext cx="7729800" cy="662100"/>
          </a:xfrm>
          <a:prstGeom prst="rect">
            <a:avLst/>
          </a:prstGeom>
          <a:solidFill>
            <a:srgbClr val="FFFFFF"/>
          </a:solidFill>
          <a:ln w="31750" cap="sq" cmpd="sng">
            <a:solidFill>
              <a:srgbClr val="404040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182875" tIns="182875" rIns="182875" bIns="182875" anchor="ctr" anchorCtr="0">
            <a:normAutofit fontScale="90000"/>
          </a:bodyPr>
          <a:lstStyle/>
          <a:p>
            <a:pPr marL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262626"/>
              </a:buClr>
              <a:buSzPct val="100000"/>
              <a:buFont typeface="Gill Sans"/>
              <a:buNone/>
            </a:pPr>
            <a:r>
              <a:rPr lang="en-US"/>
              <a:t>Template</a:t>
            </a:r>
            <a:endParaRPr/>
          </a:p>
        </p:txBody>
      </p:sp>
      <p:sp>
        <p:nvSpPr>
          <p:cNvPr id="224" name="Google Shape;224;g37c4946a550_0_194">
            <a:extLst>
              <a:ext uri="{FF2B5EF4-FFF2-40B4-BE49-F238E27FC236}">
                <a16:creationId xmlns:a16="http://schemas.microsoft.com/office/drawing/2014/main" id="{E77B6E43-43E0-BA28-4A72-CAD2F882CD83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494675" y="1096825"/>
            <a:ext cx="11231400" cy="331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457200" lvl="0" indent="-355600" algn="l" rtl="0">
              <a:spcBef>
                <a:spcPts val="0"/>
              </a:spcBef>
              <a:spcAft>
                <a:spcPts val="0"/>
              </a:spcAft>
              <a:buSzPts val="2000"/>
              <a:buChar char="•"/>
            </a:pPr>
            <a:r>
              <a:rPr lang="en-US" sz="2000"/>
              <a:t>Template</a:t>
            </a:r>
            <a:endParaRPr sz="2000"/>
          </a:p>
        </p:txBody>
      </p:sp>
    </p:spTree>
    <p:extLst>
      <p:ext uri="{BB962C8B-B14F-4D97-AF65-F5344CB8AC3E}">
        <p14:creationId xmlns:p14="http://schemas.microsoft.com/office/powerpoint/2010/main" val="3521682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9" name="Google Shape;149;g37c4946a550_0_18"/>
          <p:cNvSpPr txBox="1">
            <a:spLocks noGrp="1"/>
          </p:cNvSpPr>
          <p:nvPr>
            <p:ph type="title"/>
          </p:nvPr>
        </p:nvSpPr>
        <p:spPr>
          <a:xfrm>
            <a:off x="2231136" y="228421"/>
            <a:ext cx="7729800" cy="662100"/>
          </a:xfrm>
          <a:prstGeom prst="rect">
            <a:avLst/>
          </a:prstGeom>
          <a:solidFill>
            <a:srgbClr val="FFFFFF"/>
          </a:solidFill>
          <a:ln w="31750" cap="sq" cmpd="sng">
            <a:solidFill>
              <a:srgbClr val="404040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182875" tIns="182875" rIns="182875" bIns="182875" anchor="ctr" anchorCtr="0">
            <a:normAutofit fontScale="90000"/>
          </a:bodyPr>
          <a:lstStyle/>
          <a:p>
            <a:pPr marL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262626"/>
              </a:buClr>
              <a:buSzPct val="100000"/>
              <a:buFont typeface="Gill Sans"/>
              <a:buNone/>
            </a:pPr>
            <a:r>
              <a:rPr lang="en-US"/>
              <a:t>1.3.3 Introduction to Algorithm Analysis</a:t>
            </a:r>
            <a:endParaRPr/>
          </a:p>
        </p:txBody>
      </p:sp>
      <p:sp>
        <p:nvSpPr>
          <p:cNvPr id="150" name="Google Shape;150;g37c4946a550_0_18"/>
          <p:cNvSpPr txBox="1">
            <a:spLocks noGrp="1"/>
          </p:cNvSpPr>
          <p:nvPr>
            <p:ph type="body" idx="1"/>
          </p:nvPr>
        </p:nvSpPr>
        <p:spPr>
          <a:xfrm>
            <a:off x="494675" y="1096825"/>
            <a:ext cx="11231400" cy="26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457200" lvl="0" indent="-355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Char char="•"/>
            </a:pPr>
            <a:r>
              <a:rPr lang="en-US" sz="2000" dirty="0"/>
              <a:t>What is time complexity?</a:t>
            </a:r>
            <a:endParaRPr sz="2000" dirty="0"/>
          </a:p>
          <a:p>
            <a:pPr marL="914400" lvl="1" indent="-355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Char char="•"/>
            </a:pPr>
            <a:r>
              <a:rPr lang="en-US" sz="2000" dirty="0"/>
              <a:t>Denoted by the Big-Oh, ex: O(n), O(n^2), O(</a:t>
            </a:r>
            <a:r>
              <a:rPr lang="en-US" sz="2000" dirty="0" err="1"/>
              <a:t>nlogn</a:t>
            </a:r>
            <a:r>
              <a:rPr lang="en-US" sz="2000" dirty="0"/>
              <a:t>) </a:t>
            </a:r>
            <a:r>
              <a:rPr lang="en-US" sz="2000" dirty="0" err="1"/>
              <a:t>etc</a:t>
            </a:r>
            <a:r>
              <a:rPr lang="en-US" sz="2000" dirty="0"/>
              <a:t>…</a:t>
            </a:r>
            <a:endParaRPr sz="2000" dirty="0"/>
          </a:p>
          <a:p>
            <a:pPr marL="914400" lvl="1" indent="-355600" algn="l" rtl="0">
              <a:spcBef>
                <a:spcPts val="0"/>
              </a:spcBef>
              <a:spcAft>
                <a:spcPts val="0"/>
              </a:spcAft>
              <a:buSzPts val="2000"/>
              <a:buChar char="•"/>
            </a:pPr>
            <a:r>
              <a:rPr lang="en-US" sz="2000" dirty="0"/>
              <a:t>Time complexity measures how the number of operations grows with input size as n→∞.</a:t>
            </a:r>
            <a:endParaRPr sz="2000" dirty="0"/>
          </a:p>
          <a:p>
            <a:pPr marL="457200" lvl="0" indent="-355600" algn="l" rtl="0">
              <a:spcBef>
                <a:spcPts val="0"/>
              </a:spcBef>
              <a:spcAft>
                <a:spcPts val="0"/>
              </a:spcAft>
              <a:buSzPts val="2000"/>
              <a:buChar char="•"/>
            </a:pPr>
            <a:r>
              <a:rPr lang="en-US" sz="2000" dirty="0"/>
              <a:t>What is space complexity?</a:t>
            </a:r>
            <a:endParaRPr sz="2000" dirty="0"/>
          </a:p>
          <a:p>
            <a:pPr marL="914400" lvl="1" indent="-355600" algn="l" rtl="0">
              <a:spcBef>
                <a:spcPts val="0"/>
              </a:spcBef>
              <a:spcAft>
                <a:spcPts val="0"/>
              </a:spcAft>
              <a:buSzPts val="2000"/>
              <a:buChar char="•"/>
            </a:pPr>
            <a:r>
              <a:rPr lang="en-US" sz="2000" dirty="0"/>
              <a:t>Big-Oh notation</a:t>
            </a:r>
            <a:endParaRPr sz="2000" dirty="0"/>
          </a:p>
          <a:p>
            <a:pPr marL="914400" lvl="1" indent="-355600" algn="l" rtl="0">
              <a:spcBef>
                <a:spcPts val="0"/>
              </a:spcBef>
              <a:spcAft>
                <a:spcPts val="0"/>
              </a:spcAft>
              <a:buSzPts val="2000"/>
              <a:buChar char="•"/>
            </a:pPr>
            <a:r>
              <a:rPr lang="en-US" sz="2000" dirty="0"/>
              <a:t>Space complexity measures how the memory required grows with input size as n→∞.</a:t>
            </a:r>
            <a:endParaRPr sz="2000" dirty="0"/>
          </a:p>
          <a:p>
            <a:pPr marL="914400" lvl="1" indent="-355600" algn="l" rtl="0">
              <a:spcBef>
                <a:spcPts val="0"/>
              </a:spcBef>
              <a:spcAft>
                <a:spcPts val="0"/>
              </a:spcAft>
              <a:buSzPts val="2000"/>
              <a:buChar char="•"/>
            </a:pPr>
            <a:r>
              <a:rPr lang="en-US" sz="2000" dirty="0">
                <a:highlight>
                  <a:srgbClr val="FFFF00"/>
                </a:highlight>
              </a:rPr>
              <a:t>bit level chapter?</a:t>
            </a:r>
            <a:endParaRPr sz="2000" dirty="0">
              <a:highlight>
                <a:srgbClr val="FFFF00"/>
              </a:highlight>
            </a:endParaRPr>
          </a:p>
        </p:txBody>
      </p:sp>
      <p:pic>
        <p:nvPicPr>
          <p:cNvPr id="151" name="Google Shape;151;g37c4946a550_0_18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6731225" y="3479575"/>
            <a:ext cx="5152251" cy="3153575"/>
          </a:xfrm>
          <a:prstGeom prst="rect">
            <a:avLst/>
          </a:prstGeom>
          <a:noFill/>
          <a:ln>
            <a:noFill/>
          </a:ln>
        </p:spPr>
      </p:pic>
      <p:sp>
        <p:nvSpPr>
          <p:cNvPr id="152" name="Google Shape;152;g37c4946a550_0_18"/>
          <p:cNvSpPr txBox="1">
            <a:spLocks noGrp="1"/>
          </p:cNvSpPr>
          <p:nvPr>
            <p:ph type="body" idx="1"/>
          </p:nvPr>
        </p:nvSpPr>
        <p:spPr>
          <a:xfrm>
            <a:off x="480300" y="5847450"/>
            <a:ext cx="11231400" cy="785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457200" lvl="0" indent="-355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Char char="•"/>
            </a:pPr>
            <a:r>
              <a:rPr lang="en-US" sz="2000"/>
              <a:t>Sources:</a:t>
            </a:r>
            <a:endParaRPr sz="2000"/>
          </a:p>
          <a:p>
            <a:pPr marL="914400" lvl="1" indent="-355600" algn="l" rtl="0">
              <a:spcBef>
                <a:spcPts val="0"/>
              </a:spcBef>
              <a:spcAft>
                <a:spcPts val="0"/>
              </a:spcAft>
              <a:buSzPts val="2000"/>
              <a:buChar char="•"/>
            </a:pPr>
            <a:r>
              <a:rPr lang="en-US" sz="1200" u="sng">
                <a:solidFill>
                  <a:srgbClr val="467886"/>
                </a:solidFill>
                <a:latin typeface="Arial"/>
                <a:ea typeface="Arial"/>
                <a:cs typeface="Arial"/>
                <a:sym typeface="Arial"/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https://www.freecodecamp.org/news/big-o-cheat-sheet-time-complexity-chart/</a:t>
            </a:r>
            <a:r>
              <a:rPr lang="en-US" sz="2000"/>
              <a:t> </a:t>
            </a:r>
            <a:endParaRPr sz="200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g37c4946a550_0_105"/>
          <p:cNvSpPr txBox="1">
            <a:spLocks noGrp="1"/>
          </p:cNvSpPr>
          <p:nvPr>
            <p:ph type="title"/>
          </p:nvPr>
        </p:nvSpPr>
        <p:spPr>
          <a:xfrm>
            <a:off x="2231136" y="228421"/>
            <a:ext cx="7729800" cy="662100"/>
          </a:xfrm>
          <a:prstGeom prst="rect">
            <a:avLst/>
          </a:prstGeom>
          <a:solidFill>
            <a:srgbClr val="FFFFFF"/>
          </a:solidFill>
          <a:ln w="31750" cap="sq" cmpd="sng">
            <a:solidFill>
              <a:srgbClr val="404040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182875" tIns="182875" rIns="182875" bIns="182875" anchor="ctr" anchorCtr="0">
            <a:normAutofit fontScale="90000"/>
          </a:bodyPr>
          <a:lstStyle/>
          <a:p>
            <a:pPr marL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262626"/>
              </a:buClr>
              <a:buSzPct val="100000"/>
              <a:buFont typeface="Gill Sans"/>
              <a:buNone/>
            </a:pPr>
            <a:r>
              <a:rPr lang="en-US"/>
              <a:t>1.3.3 Introduction to Algorithm Analysis</a:t>
            </a:r>
            <a:endParaRPr/>
          </a:p>
        </p:txBody>
      </p:sp>
      <p:sp>
        <p:nvSpPr>
          <p:cNvPr id="159" name="Google Shape;159;g37c4946a550_0_105"/>
          <p:cNvSpPr txBox="1">
            <a:spLocks noGrp="1"/>
          </p:cNvSpPr>
          <p:nvPr>
            <p:ph type="body" idx="1"/>
          </p:nvPr>
        </p:nvSpPr>
        <p:spPr>
          <a:xfrm>
            <a:off x="494675" y="1096825"/>
            <a:ext cx="11231400" cy="331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457200" lvl="0" indent="-355600" algn="l" rtl="0">
              <a:spcBef>
                <a:spcPts val="0"/>
              </a:spcBef>
              <a:spcAft>
                <a:spcPts val="0"/>
              </a:spcAft>
              <a:buSzPts val="2000"/>
              <a:buChar char="•"/>
            </a:pPr>
            <a:r>
              <a:rPr lang="en-US" sz="2000"/>
              <a:t>Why is time and space complexity important?</a:t>
            </a:r>
            <a:endParaRPr sz="2000"/>
          </a:p>
          <a:p>
            <a:pPr marL="914400" lvl="1" indent="-355600" algn="l" rtl="0">
              <a:spcBef>
                <a:spcPts val="0"/>
              </a:spcBef>
              <a:spcAft>
                <a:spcPts val="0"/>
              </a:spcAft>
              <a:buSzPts val="2000"/>
              <a:buChar char="•"/>
            </a:pPr>
            <a:r>
              <a:rPr lang="en-US" sz="2000"/>
              <a:t>Understanding complexity helps you quickly decide whether an approach will run fast enough and fit in memory, so you don’t waste submissions and time.</a:t>
            </a:r>
            <a:endParaRPr sz="200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000"/>
          </a:p>
          <a:p>
            <a:pPr marL="457200" lvl="0" indent="-355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Char char="•"/>
            </a:pPr>
            <a:r>
              <a:rPr lang="en-US" sz="2000"/>
              <a:t>What makes the best solution?</a:t>
            </a:r>
            <a:endParaRPr sz="2000"/>
          </a:p>
          <a:p>
            <a:pPr marL="914400" lvl="1" indent="-355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Char char="•"/>
            </a:pPr>
            <a:r>
              <a:rPr lang="en-US" sz="2000"/>
              <a:t>Meets the constraints for time and space complexity</a:t>
            </a:r>
            <a:endParaRPr sz="2000"/>
          </a:p>
          <a:p>
            <a:pPr marL="914400" lvl="1" indent="-355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Char char="•"/>
            </a:pPr>
            <a:r>
              <a:rPr lang="en-US" sz="2000"/>
              <a:t>Simple for you to implement </a:t>
            </a:r>
            <a:endParaRPr sz="200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g37c4946a550_0_78"/>
          <p:cNvSpPr txBox="1">
            <a:spLocks noGrp="1"/>
          </p:cNvSpPr>
          <p:nvPr>
            <p:ph type="title"/>
          </p:nvPr>
        </p:nvSpPr>
        <p:spPr>
          <a:xfrm>
            <a:off x="2231136" y="228421"/>
            <a:ext cx="7729800" cy="662100"/>
          </a:xfrm>
          <a:prstGeom prst="rect">
            <a:avLst/>
          </a:prstGeom>
          <a:solidFill>
            <a:srgbClr val="FFFFFF"/>
          </a:solidFill>
          <a:ln w="31750" cap="sq" cmpd="sng">
            <a:solidFill>
              <a:srgbClr val="404040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182875" tIns="182875" rIns="182875" bIns="182875" anchor="ctr" anchorCtr="0">
            <a:normAutofit fontScale="90000"/>
          </a:bodyPr>
          <a:lstStyle/>
          <a:p>
            <a:pPr marL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262626"/>
              </a:buClr>
              <a:buSzPct val="100000"/>
              <a:buFont typeface="Gill Sans"/>
              <a:buNone/>
            </a:pPr>
            <a:r>
              <a:rPr lang="en-US"/>
              <a:t>1.3.3 Introduction to Algorithm Analysis</a:t>
            </a:r>
            <a:endParaRPr/>
          </a:p>
        </p:txBody>
      </p:sp>
      <p:sp>
        <p:nvSpPr>
          <p:cNvPr id="166" name="Google Shape;166;g37c4946a550_0_78"/>
          <p:cNvSpPr txBox="1">
            <a:spLocks noGrp="1"/>
          </p:cNvSpPr>
          <p:nvPr>
            <p:ph type="body" idx="1"/>
          </p:nvPr>
        </p:nvSpPr>
        <p:spPr>
          <a:xfrm>
            <a:off x="494675" y="1096825"/>
            <a:ext cx="11231400" cy="486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 lnSpcReduction="10000"/>
          </a:bodyPr>
          <a:lstStyle/>
          <a:p>
            <a:pPr marL="457200" lvl="0" indent="-355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Char char="•"/>
            </a:pPr>
            <a:r>
              <a:rPr lang="en-US" sz="2000"/>
              <a:t>Activity!</a:t>
            </a:r>
            <a:endParaRPr sz="2000"/>
          </a:p>
          <a:p>
            <a:pPr marL="457200" lvl="0" indent="-355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Char char="•"/>
            </a:pPr>
            <a:r>
              <a:rPr lang="en-US" sz="2000"/>
              <a:t>A “simple operation” can be considered something done in constant time</a:t>
            </a:r>
            <a:endParaRPr sz="2000"/>
          </a:p>
          <a:p>
            <a:pPr marL="457200" lvl="0" indent="-355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Char char="•"/>
            </a:pPr>
            <a:r>
              <a:rPr lang="en-US" sz="2000"/>
              <a:t>When we say ‘simple operation’ = O(1), we’re ignoring real-world machine details and just focusing on asymptotic growth.</a:t>
            </a:r>
            <a:endParaRPr sz="2000"/>
          </a:p>
          <a:p>
            <a:pPr marL="914400" lvl="1" indent="-355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Char char="•"/>
            </a:pPr>
            <a:r>
              <a:rPr lang="en-US" sz="2000"/>
              <a:t>Disk I/O not always constant time</a:t>
            </a:r>
            <a:endParaRPr sz="2000"/>
          </a:p>
          <a:p>
            <a:pPr marL="914400" lvl="1" indent="-355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Char char="•"/>
            </a:pPr>
            <a:r>
              <a:rPr lang="en-US" sz="2000"/>
              <a:t>Hash table lookup is expected O(1), but worst-case O(n)</a:t>
            </a:r>
            <a:endParaRPr sz="2000"/>
          </a:p>
          <a:p>
            <a:pPr marL="457200" lvl="0" indent="-355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Char char="•"/>
            </a:pPr>
            <a:r>
              <a:rPr lang="en-US" sz="2000"/>
              <a:t>A modern computer can calculate about 10^8 or 100 Million operations per second</a:t>
            </a:r>
            <a:endParaRPr sz="2000"/>
          </a:p>
          <a:p>
            <a:pPr marL="914400" lvl="1" indent="-355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Char char="•"/>
            </a:pPr>
            <a:r>
              <a:rPr lang="en-US" sz="2000"/>
              <a:t>Gives you a rule of thumb when estimating if you will fit the constraints</a:t>
            </a:r>
            <a:endParaRPr sz="2000"/>
          </a:p>
          <a:p>
            <a:pPr marL="457200" lvl="0" indent="-355600" algn="l" rtl="0">
              <a:spcBef>
                <a:spcPts val="0"/>
              </a:spcBef>
              <a:spcAft>
                <a:spcPts val="0"/>
              </a:spcAft>
              <a:buSzPts val="2000"/>
              <a:buChar char="•"/>
            </a:pPr>
            <a:r>
              <a:rPr lang="en-US" sz="2000"/>
              <a:t>Just like time complexity measures how runtime grows with input size, space complexity measures how memory usage grows</a:t>
            </a:r>
            <a:endParaRPr sz="2000"/>
          </a:p>
          <a:p>
            <a:pPr marL="914400" lvl="1" indent="-355600" algn="l" rtl="0">
              <a:spcBef>
                <a:spcPts val="0"/>
              </a:spcBef>
              <a:spcAft>
                <a:spcPts val="0"/>
              </a:spcAft>
              <a:buSzPts val="2000"/>
              <a:buChar char="•"/>
            </a:pPr>
            <a:r>
              <a:rPr lang="en-US" sz="2000"/>
              <a:t>Keep in mind how many objects/data structures you create and how large they become</a:t>
            </a:r>
            <a:endParaRPr sz="2000"/>
          </a:p>
          <a:p>
            <a:pPr marL="914400" lvl="1" indent="-355600" algn="l" rtl="0">
              <a:spcBef>
                <a:spcPts val="0"/>
              </a:spcBef>
              <a:spcAft>
                <a:spcPts val="0"/>
              </a:spcAft>
              <a:buSzPts val="2000"/>
              <a:buChar char="•"/>
            </a:pPr>
            <a:r>
              <a:rPr lang="en-US" sz="2000"/>
              <a:t>Try to re-use structures instead of making new ones</a:t>
            </a:r>
            <a:endParaRPr sz="2000"/>
          </a:p>
          <a:p>
            <a:pPr marL="914400" lvl="1" indent="-355600" algn="l" rtl="0">
              <a:spcBef>
                <a:spcPts val="0"/>
              </a:spcBef>
              <a:spcAft>
                <a:spcPts val="0"/>
              </a:spcAft>
              <a:buSzPts val="2000"/>
              <a:buChar char="•"/>
            </a:pPr>
            <a:r>
              <a:rPr lang="en-US" sz="2000"/>
              <a:t>Keep track of how large your stack frame and associated objects inside becomes when you use a recursive solution</a:t>
            </a:r>
            <a:endParaRPr sz="2000"/>
          </a:p>
          <a:p>
            <a:pPr marL="1371600" lvl="2" indent="-355600" algn="l" rtl="0">
              <a:spcBef>
                <a:spcPts val="0"/>
              </a:spcBef>
              <a:spcAft>
                <a:spcPts val="0"/>
              </a:spcAft>
              <a:buSzPts val="2000"/>
              <a:buChar char="•"/>
            </a:pPr>
            <a:r>
              <a:rPr lang="en-US" sz="2000"/>
              <a:t>Every recursive call stores local variables on the stack, too much recursion can blow your memory cap even if each call is cheap</a:t>
            </a:r>
            <a:endParaRPr sz="2000"/>
          </a:p>
          <a:p>
            <a:pPr marL="1371600" lvl="2" indent="-355600" algn="l" rtl="0">
              <a:spcBef>
                <a:spcPts val="0"/>
              </a:spcBef>
              <a:spcAft>
                <a:spcPts val="0"/>
              </a:spcAft>
              <a:buSzPts val="2000"/>
              <a:buChar char="•"/>
            </a:pPr>
            <a:r>
              <a:rPr lang="en-US" sz="2000"/>
              <a:t>I will expand on recursion in a later workshop</a:t>
            </a:r>
            <a:endParaRPr sz="2000"/>
          </a:p>
        </p:txBody>
      </p:sp>
      <p:sp>
        <p:nvSpPr>
          <p:cNvPr id="167" name="Google Shape;167;g37c4946a550_0_78"/>
          <p:cNvSpPr txBox="1">
            <a:spLocks noGrp="1"/>
          </p:cNvSpPr>
          <p:nvPr>
            <p:ph type="body" idx="1"/>
          </p:nvPr>
        </p:nvSpPr>
        <p:spPr>
          <a:xfrm>
            <a:off x="480300" y="5847450"/>
            <a:ext cx="11231400" cy="785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 fontScale="85000" lnSpcReduction="20000"/>
          </a:bodyPr>
          <a:lstStyle/>
          <a:p>
            <a:pPr marL="457200" lvl="0" indent="-34607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ct val="100000"/>
              <a:buChar char="•"/>
            </a:pPr>
            <a:r>
              <a:rPr lang="en-US" sz="2000"/>
              <a:t>Sources:</a:t>
            </a:r>
            <a:endParaRPr sz="2000"/>
          </a:p>
          <a:p>
            <a:pPr marL="914400" lvl="1" indent="-34607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ct val="100000"/>
              <a:buChar char="•"/>
            </a:pPr>
            <a:r>
              <a:rPr lang="en-US" sz="2000" u="sng">
                <a:solidFill>
                  <a:schemeClr val="hlink"/>
                </a:solidFill>
                <a:hlinkClick r:id="rId3"/>
              </a:rPr>
              <a:t>https://wiki.python.org/moin/TimeComplexity</a:t>
            </a:r>
            <a:r>
              <a:rPr lang="en-US" sz="2000"/>
              <a:t> </a:t>
            </a:r>
            <a:endParaRPr sz="2000"/>
          </a:p>
          <a:p>
            <a:pPr marL="914400" lvl="1" indent="-34607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ct val="100000"/>
              <a:buChar char="•"/>
            </a:pPr>
            <a:r>
              <a:rPr lang="en-US" sz="2000"/>
              <a:t>Competitive Programming 4 section 1.3.3</a:t>
            </a:r>
            <a:endParaRPr sz="200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6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6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6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6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6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6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6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6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g37c4946a550_0_116"/>
          <p:cNvSpPr txBox="1">
            <a:spLocks noGrp="1"/>
          </p:cNvSpPr>
          <p:nvPr>
            <p:ph type="title"/>
          </p:nvPr>
        </p:nvSpPr>
        <p:spPr>
          <a:xfrm>
            <a:off x="2231136" y="228421"/>
            <a:ext cx="7729800" cy="662100"/>
          </a:xfrm>
          <a:prstGeom prst="rect">
            <a:avLst/>
          </a:prstGeom>
          <a:solidFill>
            <a:srgbClr val="FFFFFF"/>
          </a:solidFill>
          <a:ln w="31750" cap="sq" cmpd="sng">
            <a:solidFill>
              <a:srgbClr val="404040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182875" tIns="182875" rIns="182875" bIns="182875" anchor="ctr" anchorCtr="0">
            <a:normAutofit fontScale="90000"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Clr>
                <a:srgbClr val="262626"/>
              </a:buClr>
              <a:buSzPct val="100000"/>
              <a:buFont typeface="Gill Sans"/>
              <a:buNone/>
            </a:pPr>
            <a:r>
              <a:rPr lang="en-US"/>
              <a:t>2.2.1 Array</a:t>
            </a:r>
            <a:endParaRPr/>
          </a:p>
        </p:txBody>
      </p:sp>
      <p:sp>
        <p:nvSpPr>
          <p:cNvPr id="174" name="Google Shape;174;g37c4946a550_0_116"/>
          <p:cNvSpPr txBox="1">
            <a:spLocks noGrp="1"/>
          </p:cNvSpPr>
          <p:nvPr>
            <p:ph type="body" idx="1"/>
          </p:nvPr>
        </p:nvSpPr>
        <p:spPr>
          <a:xfrm>
            <a:off x="494675" y="1096825"/>
            <a:ext cx="11231400" cy="4750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 fontScale="92500" lnSpcReduction="20000"/>
          </a:bodyPr>
          <a:lstStyle/>
          <a:p>
            <a:pPr marL="457200" lvl="0" indent="-355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Char char="•"/>
            </a:pPr>
            <a:r>
              <a:rPr lang="en-US" sz="2000"/>
              <a:t>What is an array?</a:t>
            </a:r>
            <a:endParaRPr sz="2000"/>
          </a:p>
          <a:p>
            <a:pPr marL="914400" lvl="1" indent="-355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000"/>
              <a:buChar char="•"/>
            </a:pPr>
            <a:r>
              <a:rPr lang="en-US" sz="2000"/>
              <a:t>Is a collection of homogenous sequential data to be stored and later accessed using their indices</a:t>
            </a:r>
            <a:endParaRPr sz="2000"/>
          </a:p>
          <a:p>
            <a:pPr marL="914400" lvl="1" indent="-355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000"/>
              <a:buChar char="•"/>
            </a:pPr>
            <a:r>
              <a:rPr lang="en-US" sz="2000"/>
              <a:t>Native support in C/C++ and Java.</a:t>
            </a:r>
            <a:endParaRPr sz="2000"/>
          </a:p>
          <a:p>
            <a:pPr marL="914400" lvl="1" indent="-355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000"/>
              <a:buChar char="•"/>
            </a:pPr>
            <a:r>
              <a:rPr lang="en-US" sz="2000"/>
              <a:t>No built-in support for static array in Python.</a:t>
            </a:r>
            <a:endParaRPr sz="2000"/>
          </a:p>
          <a:p>
            <a:pPr marL="914400" lvl="1" indent="-355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000"/>
              <a:buChar char="•"/>
            </a:pPr>
            <a:r>
              <a:rPr lang="en-US" sz="2000"/>
              <a:t>Not resizeable</a:t>
            </a:r>
            <a:endParaRPr sz="2000"/>
          </a:p>
          <a:p>
            <a:pPr marL="457200" lvl="0" indent="-355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000"/>
              <a:buChar char="•"/>
            </a:pPr>
            <a:r>
              <a:rPr lang="en-US" sz="2000"/>
              <a:t>Dynamic (Resizeable) Array</a:t>
            </a:r>
            <a:endParaRPr sz="2000"/>
          </a:p>
          <a:p>
            <a:pPr marL="914400" lvl="1" indent="-355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000"/>
              <a:buChar char="•"/>
            </a:pPr>
            <a:r>
              <a:rPr lang="en-US" sz="2000"/>
              <a:t>C++ STL vector.</a:t>
            </a:r>
            <a:endParaRPr sz="2000"/>
          </a:p>
          <a:p>
            <a:pPr marL="914400" lvl="1" indent="-355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000"/>
              <a:buChar char="•"/>
            </a:pPr>
            <a:r>
              <a:rPr lang="en-US" sz="2000"/>
              <a:t>Java ArrayList (preferred in Competitive Programming, as it is faster) or Vector.</a:t>
            </a:r>
            <a:endParaRPr sz="2000"/>
          </a:p>
          <a:p>
            <a:pPr marL="914400" lvl="1" indent="-355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000"/>
              <a:buChar char="•"/>
            </a:pPr>
            <a:r>
              <a:rPr lang="en-US" sz="2000"/>
              <a:t>Python list</a:t>
            </a:r>
            <a:endParaRPr sz="2000"/>
          </a:p>
          <a:p>
            <a:pPr marL="914400" lvl="1" indent="-355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000"/>
              <a:buChar char="•"/>
            </a:pPr>
            <a:r>
              <a:rPr lang="en-US" sz="2000"/>
              <a:t>Resizable, the computer will take care of increasing or decreasing the size of the array for you.</a:t>
            </a:r>
            <a:endParaRPr sz="2000"/>
          </a:p>
          <a:p>
            <a:pPr marL="457200" lvl="0" indent="-355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000"/>
              <a:buChar char="•"/>
            </a:pPr>
            <a:r>
              <a:rPr lang="en-US" sz="2000"/>
              <a:t>Sorting</a:t>
            </a:r>
            <a:endParaRPr sz="2000"/>
          </a:p>
          <a:p>
            <a:pPr marL="914400" lvl="1" indent="-355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000"/>
              <a:buChar char="•"/>
            </a:pPr>
            <a:r>
              <a:rPr lang="en-US" sz="2000"/>
              <a:t>Python: O(nlogn)</a:t>
            </a:r>
            <a:endParaRPr sz="2000"/>
          </a:p>
          <a:p>
            <a:pPr marL="457200" lvl="0" indent="-355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000"/>
              <a:buChar char="•"/>
            </a:pPr>
            <a:r>
              <a:rPr lang="en-US" sz="2000"/>
              <a:t>Searching</a:t>
            </a:r>
            <a:endParaRPr sz="2000"/>
          </a:p>
          <a:p>
            <a:pPr marL="914400" lvl="1" indent="-355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000"/>
              <a:buChar char="•"/>
            </a:pPr>
            <a:r>
              <a:rPr lang="en-US" sz="2000"/>
              <a:t>Python Unsorted Array: O(n)</a:t>
            </a:r>
            <a:endParaRPr sz="2000"/>
          </a:p>
          <a:p>
            <a:pPr marL="914400" lvl="1" indent="-355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000"/>
              <a:buChar char="•"/>
            </a:pPr>
            <a:r>
              <a:rPr lang="en-US" sz="2000"/>
              <a:t>Python Sorted Array: O(logn) using binary search</a:t>
            </a:r>
            <a:endParaRPr sz="2000"/>
          </a:p>
          <a:p>
            <a:pPr marL="457200" lvl="0" indent="-355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000"/>
              <a:buChar char="•"/>
            </a:pPr>
            <a:r>
              <a:rPr lang="en-US" sz="2000" u="sng">
                <a:solidFill>
                  <a:schemeClr val="hlink"/>
                </a:solidFill>
                <a:hlinkClick r:id="rId3"/>
              </a:rPr>
              <a:t>https://visualgo.net/en/array</a:t>
            </a:r>
            <a:r>
              <a:rPr lang="en-US" sz="2000"/>
              <a:t> </a:t>
            </a:r>
            <a:endParaRPr sz="2000"/>
          </a:p>
        </p:txBody>
      </p:sp>
      <p:sp>
        <p:nvSpPr>
          <p:cNvPr id="175" name="Google Shape;175;g37c4946a550_0_116"/>
          <p:cNvSpPr txBox="1">
            <a:spLocks noGrp="1"/>
          </p:cNvSpPr>
          <p:nvPr>
            <p:ph type="body" idx="1"/>
          </p:nvPr>
        </p:nvSpPr>
        <p:spPr>
          <a:xfrm>
            <a:off x="480300" y="5847450"/>
            <a:ext cx="11231400" cy="785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 fontScale="85000" lnSpcReduction="20000"/>
          </a:bodyPr>
          <a:lstStyle/>
          <a:p>
            <a:pPr marL="457200" lvl="0" indent="-34607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ct val="100000"/>
              <a:buChar char="•"/>
            </a:pPr>
            <a:r>
              <a:rPr lang="en-US" sz="2000"/>
              <a:t>Sources:</a:t>
            </a:r>
            <a:endParaRPr sz="2000"/>
          </a:p>
          <a:p>
            <a:pPr marL="914400" lvl="1" indent="-34607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ct val="100000"/>
              <a:buChar char="•"/>
            </a:pPr>
            <a:r>
              <a:rPr lang="en-US" sz="2000" u="sng">
                <a:solidFill>
                  <a:schemeClr val="hlink"/>
                </a:solidFill>
                <a:hlinkClick r:id="rId4"/>
              </a:rPr>
              <a:t>https://wiki.python.org/moin/TimeComplexity</a:t>
            </a:r>
            <a:r>
              <a:rPr lang="en-US" sz="2000"/>
              <a:t> </a:t>
            </a:r>
            <a:endParaRPr sz="2000"/>
          </a:p>
          <a:p>
            <a:pPr marL="914400" lvl="1" indent="-34607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ct val="100000"/>
              <a:buChar char="•"/>
            </a:pPr>
            <a:r>
              <a:rPr lang="en-US" sz="2000"/>
              <a:t>Competitive Programming 4 section 2.2.1</a:t>
            </a:r>
            <a:endParaRPr sz="200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4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4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4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4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5" fill="hold">
                      <p:stCondLst>
                        <p:cond delay="indefinite"/>
                      </p:stCondLst>
                      <p:childTnLst>
                        <p:par>
                          <p:cTn id="56" fill="hold">
                            <p:stCondLst>
                              <p:cond delay="0"/>
                            </p:stCondLst>
                            <p:childTnLst>
                              <p:par>
                                <p:cTn id="5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4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9" fill="hold">
                      <p:stCondLst>
                        <p:cond delay="indefinite"/>
                      </p:stCondLst>
                      <p:childTnLst>
                        <p:par>
                          <p:cTn id="60" fill="hold">
                            <p:stCondLst>
                              <p:cond delay="0"/>
                            </p:stCondLst>
                            <p:childTnLst>
                              <p:par>
                                <p:cTn id="6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4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4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" name="Google Shape;181;g37c4946a550_0_141"/>
          <p:cNvSpPr txBox="1">
            <a:spLocks noGrp="1"/>
          </p:cNvSpPr>
          <p:nvPr>
            <p:ph type="title"/>
          </p:nvPr>
        </p:nvSpPr>
        <p:spPr>
          <a:xfrm>
            <a:off x="2231136" y="228421"/>
            <a:ext cx="7729800" cy="662100"/>
          </a:xfrm>
          <a:prstGeom prst="rect">
            <a:avLst/>
          </a:prstGeom>
          <a:solidFill>
            <a:srgbClr val="FFFFFF"/>
          </a:solidFill>
          <a:ln w="31750" cap="sq" cmpd="sng">
            <a:solidFill>
              <a:srgbClr val="404040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182875" tIns="182875" rIns="182875" bIns="182875" anchor="ctr" anchorCtr="0">
            <a:normAutofit fontScale="90000"/>
          </a:bodyPr>
          <a:lstStyle/>
          <a:p>
            <a:pPr marL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262626"/>
              </a:buClr>
              <a:buSzPct val="100000"/>
              <a:buFont typeface="Gill Sans"/>
              <a:buNone/>
            </a:pPr>
            <a:r>
              <a:rPr lang="en-US"/>
              <a:t>2.2.5 Linked Data Structures (overview)</a:t>
            </a:r>
            <a:endParaRPr/>
          </a:p>
        </p:txBody>
      </p:sp>
      <p:sp>
        <p:nvSpPr>
          <p:cNvPr id="182" name="Google Shape;182;g37c4946a550_0_141"/>
          <p:cNvSpPr txBox="1">
            <a:spLocks noGrp="1"/>
          </p:cNvSpPr>
          <p:nvPr>
            <p:ph type="body" idx="1"/>
          </p:nvPr>
        </p:nvSpPr>
        <p:spPr>
          <a:xfrm>
            <a:off x="494675" y="1096825"/>
            <a:ext cx="11231400" cy="4898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 lnSpcReduction="10000"/>
          </a:bodyPr>
          <a:lstStyle/>
          <a:p>
            <a:pPr marL="457200" lvl="0" indent="-355600" algn="l" rtl="0">
              <a:spcBef>
                <a:spcPts val="0"/>
              </a:spcBef>
              <a:spcAft>
                <a:spcPts val="0"/>
              </a:spcAft>
              <a:buSzPts val="2000"/>
              <a:buChar char="•"/>
            </a:pPr>
            <a:r>
              <a:rPr lang="en-US" sz="2000"/>
              <a:t>What is a Linked List?</a:t>
            </a:r>
            <a:endParaRPr sz="2000"/>
          </a:p>
          <a:p>
            <a:pPr marL="914400" lvl="1" indent="-355600" algn="l" rtl="0">
              <a:spcBef>
                <a:spcPts val="0"/>
              </a:spcBef>
              <a:spcAft>
                <a:spcPts val="0"/>
              </a:spcAft>
              <a:buSzPts val="2000"/>
              <a:buChar char="•"/>
            </a:pPr>
            <a:r>
              <a:rPr lang="en-US" sz="2000"/>
              <a:t>A linked list is a linear data structure where each element (node) stores a value and a pointer to the next node, forming a chain of connected elements.</a:t>
            </a:r>
            <a:endParaRPr sz="2000"/>
          </a:p>
          <a:p>
            <a:pPr marL="914400" lvl="1" indent="-355600" algn="l" rtl="0">
              <a:spcBef>
                <a:spcPts val="0"/>
              </a:spcBef>
              <a:spcAft>
                <a:spcPts val="0"/>
              </a:spcAft>
              <a:buSzPts val="2000"/>
              <a:buChar char="•"/>
            </a:pPr>
            <a:r>
              <a:rPr lang="en-US" sz="2000"/>
              <a:t>Inefficient, we won’t be using this in the competition.</a:t>
            </a:r>
            <a:endParaRPr sz="2000"/>
          </a:p>
          <a:p>
            <a:pPr marL="91440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000"/>
          </a:p>
          <a:p>
            <a:pPr marL="457200" lvl="0" indent="-355600" algn="l" rtl="0">
              <a:spcBef>
                <a:spcPts val="0"/>
              </a:spcBef>
              <a:spcAft>
                <a:spcPts val="0"/>
              </a:spcAft>
              <a:buSzPts val="2000"/>
              <a:buChar char="•"/>
            </a:pPr>
            <a:r>
              <a:rPr lang="en-US" sz="2000"/>
              <a:t>What is a Stack?</a:t>
            </a:r>
            <a:endParaRPr sz="2000"/>
          </a:p>
          <a:p>
            <a:pPr marL="914400" lvl="1" indent="-355600" algn="l" rtl="0">
              <a:spcBef>
                <a:spcPts val="0"/>
              </a:spcBef>
              <a:spcAft>
                <a:spcPts val="0"/>
              </a:spcAft>
              <a:buSzPts val="2000"/>
              <a:buChar char="•"/>
            </a:pPr>
            <a:r>
              <a:rPr lang="en-US" sz="2000"/>
              <a:t>A stack is a linear data structure that stores elements in a last-in, first-out (LIFO) order, where insertions and removals occur only at the top.</a:t>
            </a:r>
            <a:endParaRPr sz="2000"/>
          </a:p>
          <a:p>
            <a:pPr marL="91440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000"/>
          </a:p>
          <a:p>
            <a:pPr marL="457200" lvl="0" indent="-355600" algn="l" rtl="0">
              <a:spcBef>
                <a:spcPts val="0"/>
              </a:spcBef>
              <a:spcAft>
                <a:spcPts val="0"/>
              </a:spcAft>
              <a:buSzPts val="2000"/>
              <a:buChar char="•"/>
            </a:pPr>
            <a:r>
              <a:rPr lang="en-US" sz="2000"/>
              <a:t>What is a Queue?</a:t>
            </a:r>
            <a:endParaRPr sz="2000"/>
          </a:p>
          <a:p>
            <a:pPr marL="914400" lvl="1" indent="-355600" algn="l" rtl="0">
              <a:spcBef>
                <a:spcPts val="0"/>
              </a:spcBef>
              <a:spcAft>
                <a:spcPts val="0"/>
              </a:spcAft>
              <a:buSzPts val="2000"/>
              <a:buChar char="•"/>
            </a:pPr>
            <a:r>
              <a:rPr lang="en-US" sz="2000"/>
              <a:t>A queue is a linear data structure that stores elements in a first-in, first-out (FIFO) order, where insertions happen at the rear and removals happen at the front.</a:t>
            </a:r>
            <a:endParaRPr sz="2000"/>
          </a:p>
          <a:p>
            <a:pPr marL="91440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000"/>
          </a:p>
          <a:p>
            <a:pPr marL="457200" lvl="0" indent="-355600" algn="l" rtl="0">
              <a:spcBef>
                <a:spcPts val="0"/>
              </a:spcBef>
              <a:spcAft>
                <a:spcPts val="0"/>
              </a:spcAft>
              <a:buSzPts val="2000"/>
              <a:buChar char="•"/>
            </a:pPr>
            <a:r>
              <a:rPr lang="en-US" sz="2000"/>
              <a:t>What happens if you need to add to the front of a queue as well as the back?</a:t>
            </a:r>
            <a:endParaRPr sz="2000"/>
          </a:p>
          <a:p>
            <a:pPr marL="914400" lvl="1" indent="-355600" algn="l" rtl="0">
              <a:spcBef>
                <a:spcPts val="0"/>
              </a:spcBef>
              <a:spcAft>
                <a:spcPts val="0"/>
              </a:spcAft>
              <a:buSzPts val="2000"/>
              <a:buChar char="•"/>
            </a:pPr>
            <a:r>
              <a:rPr lang="en-US" sz="2000"/>
              <a:t>Double-ended Queue (Deque)</a:t>
            </a:r>
            <a:endParaRPr sz="2000"/>
          </a:p>
          <a:p>
            <a:pPr marL="914400" lvl="1" indent="-355600" algn="l" rtl="0">
              <a:spcBef>
                <a:spcPts val="0"/>
              </a:spcBef>
              <a:spcAft>
                <a:spcPts val="0"/>
              </a:spcAft>
              <a:buSzPts val="2000"/>
              <a:buChar char="•"/>
            </a:pPr>
            <a:r>
              <a:rPr lang="en-US" sz="2000"/>
              <a:t>Is a linear data structure that allows insertions and removals from both the front and the rear.</a:t>
            </a:r>
            <a:endParaRPr sz="2000"/>
          </a:p>
          <a:p>
            <a:pPr marL="914400" lvl="1" indent="-355600" algn="l" rtl="0">
              <a:spcBef>
                <a:spcPts val="0"/>
              </a:spcBef>
              <a:spcAft>
                <a:spcPts val="0"/>
              </a:spcAft>
              <a:buSzPts val="2000"/>
              <a:buChar char="•"/>
            </a:pPr>
            <a:r>
              <a:rPr lang="en-US" sz="2000"/>
              <a:t>But even looking at the middle is slow, and adding to or removing from the middle is slower still. </a:t>
            </a:r>
            <a:endParaRPr sz="2000"/>
          </a:p>
        </p:txBody>
      </p:sp>
      <p:sp>
        <p:nvSpPr>
          <p:cNvPr id="183" name="Google Shape;183;g37c4946a550_0_141"/>
          <p:cNvSpPr txBox="1">
            <a:spLocks noGrp="1"/>
          </p:cNvSpPr>
          <p:nvPr>
            <p:ph type="body" idx="1"/>
          </p:nvPr>
        </p:nvSpPr>
        <p:spPr>
          <a:xfrm>
            <a:off x="480300" y="5809275"/>
            <a:ext cx="11231400" cy="989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 fontScale="85000" lnSpcReduction="20000"/>
          </a:bodyPr>
          <a:lstStyle/>
          <a:p>
            <a:pPr marL="457200" lvl="0" indent="-3365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ct val="100000"/>
              <a:buChar char="•"/>
            </a:pPr>
            <a:r>
              <a:rPr lang="en-US" sz="2000"/>
              <a:t>Sources:</a:t>
            </a:r>
            <a:endParaRPr sz="2000"/>
          </a:p>
          <a:p>
            <a:pPr marL="914400" lvl="1" indent="-3365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ct val="100000"/>
              <a:buChar char="•"/>
            </a:pPr>
            <a:r>
              <a:rPr lang="en-US" sz="2000" u="sng">
                <a:solidFill>
                  <a:schemeClr val="hlink"/>
                </a:solidFill>
                <a:hlinkClick r:id="rId3"/>
              </a:rPr>
              <a:t>https://wiki.python.org/moin/TimeComplexity</a:t>
            </a:r>
            <a:r>
              <a:rPr lang="en-US" sz="2000"/>
              <a:t> </a:t>
            </a:r>
            <a:endParaRPr sz="2000"/>
          </a:p>
          <a:p>
            <a:pPr marL="914400" lvl="1" indent="-3365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ct val="100000"/>
              <a:buChar char="•"/>
            </a:pPr>
            <a:r>
              <a:rPr lang="en-US" sz="2000"/>
              <a:t>Competitive Programming 4 section 2.2.5</a:t>
            </a:r>
            <a:endParaRPr sz="2000"/>
          </a:p>
          <a:p>
            <a:pPr marL="914400" lvl="1" indent="-3365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ct val="100000"/>
              <a:buChar char="•"/>
            </a:pPr>
            <a:r>
              <a:rPr lang="en-US" sz="2000" u="sng">
                <a:solidFill>
                  <a:schemeClr val="hlink"/>
                </a:solidFill>
                <a:hlinkClick r:id="rId4"/>
              </a:rPr>
              <a:t>https://visualgo.net/en/list</a:t>
            </a:r>
            <a:r>
              <a:rPr lang="en-US" sz="2000"/>
              <a:t>  </a:t>
            </a:r>
            <a:endParaRPr sz="200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5" fill="hold">
                      <p:stCondLst>
                        <p:cond delay="indefinite"/>
                      </p:stCondLst>
                      <p:childTnLst>
                        <p:par>
                          <p:cTn id="56" fill="hold">
                            <p:stCondLst>
                              <p:cond delay="0"/>
                            </p:stCondLst>
                            <p:childTnLst>
                              <p:par>
                                <p:cTn id="5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g37c4946a550_0_147"/>
          <p:cNvSpPr txBox="1">
            <a:spLocks noGrp="1"/>
          </p:cNvSpPr>
          <p:nvPr>
            <p:ph type="title"/>
          </p:nvPr>
        </p:nvSpPr>
        <p:spPr>
          <a:xfrm>
            <a:off x="2231136" y="228421"/>
            <a:ext cx="7729800" cy="662100"/>
          </a:xfrm>
          <a:prstGeom prst="rect">
            <a:avLst/>
          </a:prstGeom>
          <a:solidFill>
            <a:srgbClr val="FFFFFF"/>
          </a:solidFill>
          <a:ln w="31750" cap="sq" cmpd="sng">
            <a:solidFill>
              <a:srgbClr val="404040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182875" tIns="182875" rIns="182875" bIns="182875" anchor="ctr" anchorCtr="0">
            <a:normAutofit fontScale="90000"/>
          </a:bodyPr>
          <a:lstStyle/>
          <a:p>
            <a:pPr marL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262626"/>
              </a:buClr>
              <a:buSzPct val="100000"/>
              <a:buFont typeface="Gill Sans"/>
              <a:buNone/>
            </a:pPr>
            <a:r>
              <a:rPr lang="en-US"/>
              <a:t>2.2.6 Special Stack-based Problems</a:t>
            </a:r>
            <a:endParaRPr/>
          </a:p>
        </p:txBody>
      </p:sp>
      <p:sp>
        <p:nvSpPr>
          <p:cNvPr id="190" name="Google Shape;190;g37c4946a550_0_147"/>
          <p:cNvSpPr txBox="1">
            <a:spLocks noGrp="1"/>
          </p:cNvSpPr>
          <p:nvPr>
            <p:ph type="body" idx="1"/>
          </p:nvPr>
        </p:nvSpPr>
        <p:spPr>
          <a:xfrm>
            <a:off x="494675" y="1096825"/>
            <a:ext cx="11231400" cy="331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457200" lvl="0" indent="-355600" algn="l" rtl="0">
              <a:spcBef>
                <a:spcPts val="0"/>
              </a:spcBef>
              <a:spcAft>
                <a:spcPts val="0"/>
              </a:spcAft>
              <a:buSzPts val="2000"/>
              <a:buChar char="•"/>
            </a:pPr>
            <a:r>
              <a:rPr lang="en-US" sz="2000"/>
              <a:t>Parentheses Matching</a:t>
            </a:r>
            <a:endParaRPr sz="2000"/>
          </a:p>
          <a:p>
            <a:pPr marL="914400" lvl="1" indent="-355600" algn="l" rtl="0">
              <a:spcBef>
                <a:spcPts val="0"/>
              </a:spcBef>
              <a:spcAft>
                <a:spcPts val="0"/>
              </a:spcAft>
              <a:buSzPts val="2000"/>
              <a:buChar char="•"/>
            </a:pPr>
            <a:r>
              <a:rPr lang="en-US" sz="2000"/>
              <a:t>Given a string containing brackets, return True if all the parentheses inside the string are properly closed, False otherwise. </a:t>
            </a:r>
            <a:endParaRPr sz="2000"/>
          </a:p>
          <a:p>
            <a:pPr marL="457200" lvl="0" indent="-355600" algn="l" rtl="0">
              <a:spcBef>
                <a:spcPts val="0"/>
              </a:spcBef>
              <a:spcAft>
                <a:spcPts val="0"/>
              </a:spcAft>
              <a:buSzPts val="2000"/>
              <a:buChar char="•"/>
            </a:pPr>
            <a:r>
              <a:rPr lang="en-US" sz="2000"/>
              <a:t>How can we solve this? What can we use?</a:t>
            </a:r>
            <a:endParaRPr sz="2000"/>
          </a:p>
          <a:p>
            <a:pPr marL="914400" lvl="1" indent="-355600" algn="l" rtl="0">
              <a:spcBef>
                <a:spcPts val="0"/>
              </a:spcBef>
              <a:spcAft>
                <a:spcPts val="0"/>
              </a:spcAft>
              <a:buSzPts val="2000"/>
              <a:buChar char="•"/>
            </a:pPr>
            <a:r>
              <a:rPr lang="en-US" sz="2000"/>
              <a:t>We can use a stack! Using the LIFO strategy! </a:t>
            </a:r>
            <a:endParaRPr sz="2000"/>
          </a:p>
          <a:p>
            <a:pPr marL="914400" lvl="1" indent="-355600" algn="l" rtl="0">
              <a:spcBef>
                <a:spcPts val="0"/>
              </a:spcBef>
              <a:spcAft>
                <a:spcPts val="0"/>
              </a:spcAft>
              <a:buSzPts val="2000"/>
              <a:buChar char="•"/>
            </a:pPr>
            <a:r>
              <a:rPr lang="en-US" sz="2000"/>
              <a:t>Push open brackets, pop matching closing ones.</a:t>
            </a:r>
            <a:endParaRPr sz="2000"/>
          </a:p>
          <a:p>
            <a:pPr marL="914400" lvl="1" indent="-355600" algn="l" rtl="0">
              <a:spcBef>
                <a:spcPts val="0"/>
              </a:spcBef>
              <a:spcAft>
                <a:spcPts val="0"/>
              </a:spcAft>
              <a:buSzPts val="2000"/>
              <a:buChar char="•"/>
            </a:pPr>
            <a:r>
              <a:rPr lang="en-US" sz="2000"/>
              <a:t>If at the end of the string, the stack is empty then it is all okay! If not, then it is not okay.</a:t>
            </a:r>
            <a:endParaRPr sz="2000"/>
          </a:p>
          <a:p>
            <a:pPr marL="457200" lvl="0" indent="-355600" algn="l" rtl="0">
              <a:spcBef>
                <a:spcPts val="0"/>
              </a:spcBef>
              <a:spcAft>
                <a:spcPts val="0"/>
              </a:spcAft>
              <a:buSzPts val="2000"/>
              <a:buChar char="•"/>
            </a:pPr>
            <a:r>
              <a:rPr lang="en-US" sz="2000"/>
              <a:t>What is the runtime?</a:t>
            </a:r>
            <a:endParaRPr sz="2000"/>
          </a:p>
          <a:p>
            <a:pPr marL="914400" lvl="1" indent="-355600" algn="l" rtl="0">
              <a:spcBef>
                <a:spcPts val="0"/>
              </a:spcBef>
              <a:spcAft>
                <a:spcPts val="0"/>
              </a:spcAft>
              <a:buSzPts val="2000"/>
              <a:buChar char="•"/>
            </a:pPr>
            <a:r>
              <a:rPr lang="en-US" sz="2000"/>
              <a:t>O(n)</a:t>
            </a:r>
            <a:endParaRPr sz="200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000"/>
          </a:p>
        </p:txBody>
      </p:sp>
      <p:pic>
        <p:nvPicPr>
          <p:cNvPr id="191" name="Google Shape;191;g37c4946a550_0_147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3565799" y="3637450"/>
            <a:ext cx="8400049" cy="2607400"/>
          </a:xfrm>
          <a:prstGeom prst="rect">
            <a:avLst/>
          </a:prstGeom>
          <a:noFill/>
          <a:ln>
            <a:noFill/>
          </a:ln>
        </p:spPr>
      </p:pic>
      <p:sp>
        <p:nvSpPr>
          <p:cNvPr id="192" name="Google Shape;192;g37c4946a550_0_147"/>
          <p:cNvSpPr txBox="1">
            <a:spLocks noGrp="1"/>
          </p:cNvSpPr>
          <p:nvPr>
            <p:ph type="body" idx="1"/>
          </p:nvPr>
        </p:nvSpPr>
        <p:spPr>
          <a:xfrm>
            <a:off x="480300" y="5976025"/>
            <a:ext cx="11231400" cy="756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457200" lvl="0" indent="-355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Char char="•"/>
            </a:pPr>
            <a:r>
              <a:rPr lang="en-US" sz="2000"/>
              <a:t>Sources:</a:t>
            </a:r>
            <a:endParaRPr sz="2000"/>
          </a:p>
          <a:p>
            <a:pPr marL="914400" lvl="1" indent="-355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Char char="•"/>
            </a:pPr>
            <a:r>
              <a:rPr lang="en-US" sz="2000"/>
              <a:t>Competitive Programming 4 section 2.2.6</a:t>
            </a:r>
            <a:endParaRPr sz="200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0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0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0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0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0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0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0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0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g37c4946a550_0_166"/>
          <p:cNvSpPr txBox="1">
            <a:spLocks noGrp="1"/>
          </p:cNvSpPr>
          <p:nvPr>
            <p:ph type="title"/>
          </p:nvPr>
        </p:nvSpPr>
        <p:spPr>
          <a:xfrm>
            <a:off x="2231136" y="228421"/>
            <a:ext cx="7729800" cy="662100"/>
          </a:xfrm>
          <a:prstGeom prst="rect">
            <a:avLst/>
          </a:prstGeom>
          <a:solidFill>
            <a:srgbClr val="FFFFFF"/>
          </a:solidFill>
          <a:ln w="31750" cap="sq" cmpd="sng">
            <a:solidFill>
              <a:srgbClr val="404040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182875" tIns="182875" rIns="182875" bIns="182875" anchor="ctr" anchorCtr="0">
            <a:normAutofit fontScale="90000"/>
          </a:bodyPr>
          <a:lstStyle/>
          <a:p>
            <a:pPr marL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262626"/>
              </a:buClr>
              <a:buSzPct val="100000"/>
              <a:buFont typeface="Gill Sans"/>
              <a:buNone/>
            </a:pPr>
            <a:r>
              <a:rPr lang="en-US"/>
              <a:t>2.3.1 Binary Heap (Priority Queue) </a:t>
            </a:r>
            <a:endParaRPr/>
          </a:p>
        </p:txBody>
      </p:sp>
      <p:sp>
        <p:nvSpPr>
          <p:cNvPr id="199" name="Google Shape;199;g37c4946a550_0_166"/>
          <p:cNvSpPr txBox="1">
            <a:spLocks noGrp="1"/>
          </p:cNvSpPr>
          <p:nvPr>
            <p:ph type="body" idx="1"/>
          </p:nvPr>
        </p:nvSpPr>
        <p:spPr>
          <a:xfrm>
            <a:off x="494675" y="1096825"/>
            <a:ext cx="11231400" cy="4466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 lnSpcReduction="10000"/>
          </a:bodyPr>
          <a:lstStyle/>
          <a:p>
            <a:pPr marL="457200" lvl="0" indent="-355600" algn="l" rtl="0">
              <a:spcBef>
                <a:spcPts val="0"/>
              </a:spcBef>
              <a:spcAft>
                <a:spcPts val="0"/>
              </a:spcAft>
              <a:buSzPts val="2000"/>
              <a:buChar char="•"/>
            </a:pPr>
            <a:r>
              <a:rPr lang="en-US" sz="2000"/>
              <a:t>What is a heap?</a:t>
            </a:r>
            <a:endParaRPr sz="2000"/>
          </a:p>
          <a:p>
            <a:pPr marL="914400" lvl="1" indent="-355600" algn="l" rtl="0">
              <a:spcBef>
                <a:spcPts val="0"/>
              </a:spcBef>
              <a:spcAft>
                <a:spcPts val="0"/>
              </a:spcAft>
              <a:buSzPts val="2000"/>
              <a:buChar char="•"/>
            </a:pPr>
            <a:r>
              <a:rPr lang="en-US" sz="2000"/>
              <a:t>Data structure that satisfies 2 properties</a:t>
            </a:r>
            <a:endParaRPr sz="2000"/>
          </a:p>
          <a:p>
            <a:pPr marL="1371600" lvl="2" indent="-355600" algn="l" rtl="0">
              <a:spcBef>
                <a:spcPts val="0"/>
              </a:spcBef>
              <a:spcAft>
                <a:spcPts val="0"/>
              </a:spcAft>
              <a:buSzPts val="2000"/>
              <a:buChar char="•"/>
            </a:pPr>
            <a:r>
              <a:rPr lang="en-US" sz="2000" b="1"/>
              <a:t>Shape property</a:t>
            </a:r>
            <a:r>
              <a:rPr lang="en-US" sz="2000"/>
              <a:t>: it is a complete binary tree (all levels are fully filled except possibly the last, which is filled from left to right).</a:t>
            </a:r>
            <a:endParaRPr sz="2000"/>
          </a:p>
          <a:p>
            <a:pPr marL="1371600" lvl="2" indent="-355600" algn="l" rtl="0">
              <a:spcBef>
                <a:spcPts val="0"/>
              </a:spcBef>
              <a:spcAft>
                <a:spcPts val="0"/>
              </a:spcAft>
              <a:buSzPts val="2000"/>
              <a:buChar char="•"/>
            </a:pPr>
            <a:r>
              <a:rPr lang="en-US" sz="2000" b="1"/>
              <a:t>Heap property</a:t>
            </a:r>
            <a:r>
              <a:rPr lang="en-US" sz="2000"/>
              <a:t>: every parent node compares in a consistent way with its children</a:t>
            </a:r>
            <a:endParaRPr sz="2000"/>
          </a:p>
          <a:p>
            <a:pPr marL="1828800" lvl="3" indent="-355600" algn="l" rtl="0">
              <a:spcBef>
                <a:spcPts val="0"/>
              </a:spcBef>
              <a:spcAft>
                <a:spcPts val="0"/>
              </a:spcAft>
              <a:buSzPts val="2000"/>
              <a:buChar char="•"/>
            </a:pPr>
            <a:r>
              <a:rPr lang="en-US" sz="2000"/>
              <a:t>In a </a:t>
            </a:r>
            <a:r>
              <a:rPr lang="en-US" sz="2000" b="1"/>
              <a:t>min-heap</a:t>
            </a:r>
            <a:r>
              <a:rPr lang="en-US" sz="2000"/>
              <a:t>, each parent is less than or equal to its children → the smallest element is always at the root.</a:t>
            </a:r>
            <a:endParaRPr sz="2000"/>
          </a:p>
          <a:p>
            <a:pPr marL="1828800" lvl="3" indent="-355600" algn="l" rtl="0">
              <a:spcBef>
                <a:spcPts val="0"/>
              </a:spcBef>
              <a:spcAft>
                <a:spcPts val="0"/>
              </a:spcAft>
              <a:buSzPts val="2000"/>
              <a:buChar char="•"/>
            </a:pPr>
            <a:r>
              <a:rPr lang="en-US" sz="2000"/>
              <a:t>In a </a:t>
            </a:r>
            <a:r>
              <a:rPr lang="en-US" sz="2000" b="1"/>
              <a:t>max-heap</a:t>
            </a:r>
            <a:r>
              <a:rPr lang="en-US" sz="2000"/>
              <a:t>, each parent is greater than or equal to its children → the largest element is always at the root.</a:t>
            </a:r>
            <a:endParaRPr sz="2000"/>
          </a:p>
          <a:p>
            <a:pPr marL="914400" lvl="1" indent="-355600" algn="l" rtl="0">
              <a:spcBef>
                <a:spcPts val="0"/>
              </a:spcBef>
              <a:spcAft>
                <a:spcPts val="0"/>
              </a:spcAft>
              <a:buSzPts val="2000"/>
              <a:buChar char="•"/>
            </a:pPr>
            <a:r>
              <a:rPr lang="en-US" sz="2000"/>
              <a:t>Binary Heap is what heapq in Python uses and it is a specific implementation of a Heap</a:t>
            </a:r>
            <a:endParaRPr sz="2000"/>
          </a:p>
          <a:p>
            <a:pPr marL="457200" lvl="0" indent="-355600" algn="l" rtl="0">
              <a:spcBef>
                <a:spcPts val="0"/>
              </a:spcBef>
              <a:spcAft>
                <a:spcPts val="0"/>
              </a:spcAft>
              <a:buSzPts val="2000"/>
              <a:buChar char="•"/>
            </a:pPr>
            <a:r>
              <a:rPr lang="en-US" sz="2000"/>
              <a:t>Why is this useful?</a:t>
            </a:r>
            <a:endParaRPr sz="2000"/>
          </a:p>
          <a:p>
            <a:pPr marL="914400" lvl="1" indent="-355600" algn="l" rtl="0">
              <a:spcBef>
                <a:spcPts val="0"/>
              </a:spcBef>
              <a:spcAft>
                <a:spcPts val="0"/>
              </a:spcAft>
              <a:buSzPts val="2000"/>
              <a:buChar char="•"/>
            </a:pPr>
            <a:r>
              <a:rPr lang="en-US" sz="2000"/>
              <a:t>Binary Heap (Priority Queues) Lets you always grab the largest/smallest item in O(logn) time instead of inserting and sorting which can be O(nlogn) time</a:t>
            </a:r>
            <a:endParaRPr sz="2000"/>
          </a:p>
          <a:p>
            <a:pPr marL="914400" lvl="1" indent="-355600" algn="l" rtl="0">
              <a:spcBef>
                <a:spcPts val="0"/>
              </a:spcBef>
              <a:spcAft>
                <a:spcPts val="0"/>
              </a:spcAft>
              <a:buSzPts val="2000"/>
              <a:buChar char="•"/>
            </a:pPr>
            <a:r>
              <a:rPr lang="en-US" sz="2000"/>
              <a:t>You have a problem with incoming tasks with various levels of priority, you can always get the most important one any time</a:t>
            </a:r>
            <a:endParaRPr sz="2000"/>
          </a:p>
        </p:txBody>
      </p:sp>
      <p:sp>
        <p:nvSpPr>
          <p:cNvPr id="200" name="Google Shape;200;g37c4946a550_0_166"/>
          <p:cNvSpPr txBox="1">
            <a:spLocks noGrp="1"/>
          </p:cNvSpPr>
          <p:nvPr>
            <p:ph type="body" idx="1"/>
          </p:nvPr>
        </p:nvSpPr>
        <p:spPr>
          <a:xfrm>
            <a:off x="480300" y="5809275"/>
            <a:ext cx="11231400" cy="989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 lnSpcReduction="10000"/>
          </a:bodyPr>
          <a:lstStyle/>
          <a:p>
            <a:pPr marL="457200" lvl="0" indent="-355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Char char="•"/>
            </a:pPr>
            <a:r>
              <a:rPr lang="en-US" sz="2000"/>
              <a:t>Sources:</a:t>
            </a:r>
            <a:endParaRPr sz="2000"/>
          </a:p>
          <a:p>
            <a:pPr marL="914400" lvl="1" indent="-355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Char char="•"/>
            </a:pPr>
            <a:r>
              <a:rPr lang="en-US" sz="2000"/>
              <a:t>Competitive Programming 4 section 2.3.1</a:t>
            </a:r>
            <a:endParaRPr sz="2000"/>
          </a:p>
          <a:p>
            <a:pPr marL="914400" lvl="1" indent="-355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Char char="•"/>
            </a:pPr>
            <a:r>
              <a:rPr lang="en-US" sz="2000" u="sng">
                <a:solidFill>
                  <a:schemeClr val="hlink"/>
                </a:solidFill>
                <a:hlinkClick r:id="rId3"/>
              </a:rPr>
              <a:t>https://visualgo.net/en/heap</a:t>
            </a:r>
            <a:r>
              <a:rPr lang="en-US" sz="2000"/>
              <a:t> </a:t>
            </a:r>
            <a:endParaRPr sz="2000"/>
          </a:p>
        </p:txBody>
      </p:sp>
      <p:pic>
        <p:nvPicPr>
          <p:cNvPr id="201" name="Google Shape;201;g37c4946a550_0_166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5891425" y="5048000"/>
            <a:ext cx="6112075" cy="17509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9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9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9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9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9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9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9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9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7" name="Google Shape;207;g37c4946a550_0_183"/>
          <p:cNvSpPr txBox="1">
            <a:spLocks noGrp="1"/>
          </p:cNvSpPr>
          <p:nvPr>
            <p:ph type="title"/>
          </p:nvPr>
        </p:nvSpPr>
        <p:spPr>
          <a:xfrm>
            <a:off x="2231136" y="228421"/>
            <a:ext cx="7729800" cy="662100"/>
          </a:xfrm>
          <a:prstGeom prst="rect">
            <a:avLst/>
          </a:prstGeom>
          <a:solidFill>
            <a:srgbClr val="FFFFFF"/>
          </a:solidFill>
          <a:ln w="31750" cap="sq" cmpd="sng">
            <a:solidFill>
              <a:srgbClr val="404040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182875" tIns="182875" rIns="182875" bIns="182875" anchor="ctr" anchorCtr="0">
            <a:normAutofit fontScale="90000"/>
          </a:bodyPr>
          <a:lstStyle/>
          <a:p>
            <a:pPr marL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262626"/>
              </a:buClr>
              <a:buSzPct val="100000"/>
              <a:buFont typeface="Gill Sans"/>
              <a:buNone/>
            </a:pPr>
            <a:r>
              <a:rPr lang="en-US"/>
              <a:t>2.3.2 Hash Table</a:t>
            </a:r>
            <a:endParaRPr/>
          </a:p>
        </p:txBody>
      </p:sp>
      <p:sp>
        <p:nvSpPr>
          <p:cNvPr id="208" name="Google Shape;208;g37c4946a550_0_183"/>
          <p:cNvSpPr txBox="1">
            <a:spLocks noGrp="1"/>
          </p:cNvSpPr>
          <p:nvPr>
            <p:ph type="body" idx="1"/>
          </p:nvPr>
        </p:nvSpPr>
        <p:spPr>
          <a:xfrm>
            <a:off x="494675" y="1096825"/>
            <a:ext cx="11231400" cy="331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 fontScale="85000" lnSpcReduction="20000"/>
          </a:bodyPr>
          <a:lstStyle/>
          <a:p>
            <a:pPr marL="457200" lvl="0" indent="-336550" algn="l" rtl="0">
              <a:spcBef>
                <a:spcPts val="0"/>
              </a:spcBef>
              <a:spcAft>
                <a:spcPts val="0"/>
              </a:spcAft>
              <a:buSzPct val="100000"/>
              <a:buChar char="•"/>
            </a:pPr>
            <a:r>
              <a:rPr lang="en-US" sz="2000"/>
              <a:t>What are Hash Tables?</a:t>
            </a:r>
            <a:endParaRPr sz="2000"/>
          </a:p>
          <a:p>
            <a:pPr marL="914400" lvl="1" indent="-336550" algn="l" rtl="0">
              <a:spcBef>
                <a:spcPts val="0"/>
              </a:spcBef>
              <a:spcAft>
                <a:spcPts val="0"/>
              </a:spcAft>
              <a:buSzPct val="100000"/>
              <a:buChar char="•"/>
            </a:pPr>
            <a:r>
              <a:rPr lang="en-US" sz="2000"/>
              <a:t>Hash Table is a non-linear data structure that requires very fast (expected) O(1) insertion, search/retrieval/update, or removal of keys if the keys do not have to be sorted.</a:t>
            </a:r>
            <a:endParaRPr sz="2000"/>
          </a:p>
          <a:p>
            <a:pPr marL="914400" lvl="1" indent="-336550" algn="l" rtl="0">
              <a:spcBef>
                <a:spcPts val="0"/>
              </a:spcBef>
              <a:spcAft>
                <a:spcPts val="0"/>
              </a:spcAft>
              <a:buSzPct val="100000"/>
              <a:buChar char="•"/>
            </a:pPr>
            <a:r>
              <a:rPr lang="en-US" sz="2000"/>
              <a:t>A hash table stores key–value pairs in an array by running each key through a hash function (turns it into an index), then places the value at that index.</a:t>
            </a:r>
            <a:endParaRPr sz="2000"/>
          </a:p>
          <a:p>
            <a:pPr marL="914400" lvl="1" indent="-336550" algn="l" rtl="0">
              <a:spcBef>
                <a:spcPts val="0"/>
              </a:spcBef>
              <a:spcAft>
                <a:spcPts val="0"/>
              </a:spcAft>
              <a:buSzPct val="100000"/>
              <a:buChar char="•"/>
            </a:pPr>
            <a:r>
              <a:rPr lang="en-US" sz="2000"/>
              <a:t>If two keys land on the same index (collision), the table resolves it by a few ways but a common way is by using linked lists.</a:t>
            </a:r>
            <a:endParaRPr sz="2000"/>
          </a:p>
          <a:p>
            <a:pPr marL="914400" lvl="1" indent="-336550" algn="l" rtl="0">
              <a:spcBef>
                <a:spcPts val="0"/>
              </a:spcBef>
              <a:spcAft>
                <a:spcPts val="0"/>
              </a:spcAft>
              <a:buSzPct val="100000"/>
              <a:buChar char="•"/>
            </a:pPr>
            <a:r>
              <a:rPr lang="en-US" sz="2000"/>
              <a:t>Worst case can be O(n), but is O(1) on average.</a:t>
            </a:r>
            <a:endParaRPr sz="2000"/>
          </a:p>
          <a:p>
            <a:pPr marL="914400" lvl="1" indent="-336550" algn="l" rtl="0">
              <a:spcBef>
                <a:spcPts val="0"/>
              </a:spcBef>
              <a:spcAft>
                <a:spcPts val="0"/>
              </a:spcAft>
              <a:buSzPct val="100000"/>
              <a:buChar char="•"/>
            </a:pPr>
            <a:r>
              <a:rPr lang="en-US" sz="2000"/>
              <a:t>In python they are dict/set</a:t>
            </a:r>
            <a:endParaRPr sz="2000"/>
          </a:p>
          <a:p>
            <a:pPr marL="457200" lvl="0" indent="-336550" algn="l" rtl="0">
              <a:spcBef>
                <a:spcPts val="0"/>
              </a:spcBef>
              <a:spcAft>
                <a:spcPts val="0"/>
              </a:spcAft>
              <a:buSzPct val="100000"/>
              <a:buChar char="•"/>
            </a:pPr>
            <a:r>
              <a:rPr lang="en-US" sz="2000"/>
              <a:t>Why is this useful?</a:t>
            </a:r>
            <a:endParaRPr sz="2000"/>
          </a:p>
          <a:p>
            <a:pPr marL="914400" lvl="1" indent="-336550" algn="l" rtl="0">
              <a:spcBef>
                <a:spcPts val="0"/>
              </a:spcBef>
              <a:spcAft>
                <a:spcPts val="0"/>
              </a:spcAft>
              <a:buSzPct val="100000"/>
              <a:buChar char="•"/>
            </a:pPr>
            <a:r>
              <a:rPr lang="en-US" sz="2000"/>
              <a:t>Near instant lookup tool! Insertion, search/retrieval/update is super duper fast</a:t>
            </a:r>
            <a:endParaRPr sz="2000"/>
          </a:p>
          <a:p>
            <a:pPr marL="914400" lvl="1" indent="-336550" algn="l" rtl="0">
              <a:spcBef>
                <a:spcPts val="0"/>
              </a:spcBef>
              <a:spcAft>
                <a:spcPts val="0"/>
              </a:spcAft>
              <a:buSzPct val="100000"/>
              <a:buChar char="•"/>
            </a:pPr>
            <a:r>
              <a:rPr lang="en-US" sz="2000"/>
              <a:t>Good for ex:</a:t>
            </a:r>
            <a:endParaRPr sz="2000"/>
          </a:p>
          <a:p>
            <a:pPr marL="1371600" lvl="2" indent="-336550" algn="l" rtl="0">
              <a:spcBef>
                <a:spcPts val="0"/>
              </a:spcBef>
              <a:spcAft>
                <a:spcPts val="0"/>
              </a:spcAft>
              <a:buSzPct val="100000"/>
              <a:buChar char="•"/>
            </a:pPr>
            <a:r>
              <a:rPr lang="en-US" sz="2000"/>
              <a:t>Frequency counting (how many times does a number/letter appear?).</a:t>
            </a:r>
            <a:endParaRPr sz="2000"/>
          </a:p>
          <a:p>
            <a:pPr marL="1371600" lvl="2" indent="-336550" algn="l" rtl="0">
              <a:spcBef>
                <a:spcPts val="0"/>
              </a:spcBef>
              <a:spcAft>
                <a:spcPts val="0"/>
              </a:spcAft>
              <a:buSzPct val="100000"/>
              <a:buChar char="•"/>
            </a:pPr>
            <a:r>
              <a:rPr lang="en-US" sz="2000"/>
              <a:t>Membership tests (has this state/word/number been seen before?).</a:t>
            </a:r>
            <a:endParaRPr sz="2000"/>
          </a:p>
          <a:p>
            <a:pPr marL="1371600" lvl="2" indent="-336550" algn="l" rtl="0">
              <a:spcBef>
                <a:spcPts val="0"/>
              </a:spcBef>
              <a:spcAft>
                <a:spcPts val="0"/>
              </a:spcAft>
              <a:buSzPct val="100000"/>
              <a:buChar char="•"/>
            </a:pPr>
            <a:r>
              <a:rPr lang="en-US" sz="2000"/>
              <a:t>Mapping (store extra info keyed by a string or ID).</a:t>
            </a:r>
            <a:endParaRPr sz="2000"/>
          </a:p>
        </p:txBody>
      </p:sp>
      <p:pic>
        <p:nvPicPr>
          <p:cNvPr id="209" name="Google Shape;209;g37c4946a550_0_183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5242500" y="4364725"/>
            <a:ext cx="6781875" cy="1944800"/>
          </a:xfrm>
          <a:prstGeom prst="rect">
            <a:avLst/>
          </a:prstGeom>
          <a:noFill/>
          <a:ln>
            <a:noFill/>
          </a:ln>
        </p:spPr>
      </p:pic>
      <p:sp>
        <p:nvSpPr>
          <p:cNvPr id="210" name="Google Shape;210;g37c4946a550_0_183"/>
          <p:cNvSpPr txBox="1">
            <a:spLocks noGrp="1"/>
          </p:cNvSpPr>
          <p:nvPr>
            <p:ph type="body" idx="1"/>
          </p:nvPr>
        </p:nvSpPr>
        <p:spPr>
          <a:xfrm>
            <a:off x="480300" y="5809275"/>
            <a:ext cx="11231400" cy="989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 fontScale="85000" lnSpcReduction="20000"/>
          </a:bodyPr>
          <a:lstStyle/>
          <a:p>
            <a:pPr marL="457200" lvl="0" indent="-3365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ct val="100000"/>
              <a:buChar char="•"/>
            </a:pPr>
            <a:r>
              <a:rPr lang="en-US" sz="2000"/>
              <a:t>Sources:</a:t>
            </a:r>
            <a:endParaRPr sz="2000"/>
          </a:p>
          <a:p>
            <a:pPr marL="914400" lvl="1" indent="-3365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ct val="100000"/>
              <a:buChar char="•"/>
            </a:pPr>
            <a:r>
              <a:rPr lang="en-US" sz="2000"/>
              <a:t>Competitive Programming 4 section 2.3.2</a:t>
            </a:r>
            <a:endParaRPr sz="2000"/>
          </a:p>
          <a:p>
            <a:pPr marL="914400" lvl="1" indent="-3365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ct val="100000"/>
              <a:buChar char="•"/>
            </a:pPr>
            <a:r>
              <a:rPr lang="en-US" sz="2000" u="sng">
                <a:solidFill>
                  <a:schemeClr val="hlink"/>
                </a:solidFill>
                <a:hlinkClick r:id="rId4"/>
              </a:rPr>
              <a:t>https://visualgo.net/en/hashtable</a:t>
            </a:r>
            <a:r>
              <a:rPr lang="en-US" sz="2000"/>
              <a:t> </a:t>
            </a:r>
            <a:endParaRPr sz="2000"/>
          </a:p>
          <a:p>
            <a:pPr marL="914400" lvl="1" indent="-3365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ct val="100000"/>
              <a:buChar char="•"/>
            </a:pPr>
            <a:r>
              <a:rPr lang="en-US" sz="2000" u="sng">
                <a:solidFill>
                  <a:schemeClr val="hlink"/>
                </a:solidFill>
                <a:hlinkClick r:id="rId5"/>
              </a:rPr>
              <a:t>https://wiki.python.org/moin/TimeComplexity</a:t>
            </a:r>
            <a:r>
              <a:rPr lang="en-US" sz="2000"/>
              <a:t>  </a:t>
            </a:r>
            <a:endParaRPr sz="200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8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8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8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8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8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8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8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8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8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8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g37c4946a550_0_55"/>
          <p:cNvSpPr txBox="1">
            <a:spLocks noGrp="1"/>
          </p:cNvSpPr>
          <p:nvPr>
            <p:ph type="title"/>
          </p:nvPr>
        </p:nvSpPr>
        <p:spPr>
          <a:xfrm>
            <a:off x="2231136" y="228421"/>
            <a:ext cx="7729800" cy="662100"/>
          </a:xfrm>
          <a:prstGeom prst="rect">
            <a:avLst/>
          </a:prstGeom>
          <a:solidFill>
            <a:srgbClr val="FFFFFF"/>
          </a:solidFill>
          <a:ln w="31750" cap="sq" cmpd="sng">
            <a:solidFill>
              <a:srgbClr val="404040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182875" tIns="182875" rIns="182875" bIns="182875" anchor="ctr" anchorCtr="0">
            <a:normAutofit fontScale="90000"/>
          </a:bodyPr>
          <a:lstStyle/>
          <a:p>
            <a:pPr marL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262626"/>
              </a:buClr>
              <a:buSzPct val="100000"/>
              <a:buFont typeface="Gill Sans"/>
              <a:buNone/>
            </a:pPr>
            <a:r>
              <a:rPr lang="en-US"/>
              <a:t>Suggested Homework</a:t>
            </a:r>
            <a:endParaRPr/>
          </a:p>
        </p:txBody>
      </p:sp>
      <p:sp>
        <p:nvSpPr>
          <p:cNvPr id="217" name="Google Shape;217;g37c4946a550_0_55"/>
          <p:cNvSpPr txBox="1">
            <a:spLocks noGrp="1"/>
          </p:cNvSpPr>
          <p:nvPr>
            <p:ph type="body" idx="1"/>
          </p:nvPr>
        </p:nvSpPr>
        <p:spPr>
          <a:xfrm>
            <a:off x="282125" y="1147625"/>
            <a:ext cx="11766300" cy="5355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 lnSpcReduction="10000"/>
          </a:bodyPr>
          <a:lstStyle/>
          <a:p>
            <a:pPr marL="457200" lvl="0" indent="-355600" algn="l" rtl="0">
              <a:spcBef>
                <a:spcPts val="0"/>
              </a:spcBef>
              <a:spcAft>
                <a:spcPts val="0"/>
              </a:spcAft>
              <a:buSzPts val="2000"/>
              <a:buChar char="•"/>
            </a:pPr>
            <a:r>
              <a:rPr lang="en-US"/>
              <a:t>2.2</a:t>
            </a:r>
            <a:endParaRPr/>
          </a:p>
          <a:p>
            <a:pPr marL="914400" lvl="1" indent="-368300" algn="l" rtl="0">
              <a:spcBef>
                <a:spcPts val="0"/>
              </a:spcBef>
              <a:spcAft>
                <a:spcPts val="0"/>
              </a:spcAft>
              <a:buSzPts val="2200"/>
              <a:buChar char="•"/>
            </a:pPr>
            <a:r>
              <a:rPr lang="en-US" sz="2000"/>
              <a:t>a. 1D Array Manipulation, Medium</a:t>
            </a:r>
            <a:endParaRPr sz="2400"/>
          </a:p>
          <a:p>
            <a:pPr marL="1371600" lvl="2" indent="-355600" algn="l" rtl="0">
              <a:spcBef>
                <a:spcPts val="0"/>
              </a:spcBef>
              <a:spcAft>
                <a:spcPts val="0"/>
              </a:spcAft>
              <a:buSzPts val="2000"/>
              <a:buChar char="•"/>
            </a:pPr>
            <a:r>
              <a:rPr lang="en-US" sz="2000" u="sng">
                <a:solidFill>
                  <a:schemeClr val="hlink"/>
                </a:solidFill>
                <a:hlinkClick r:id="rId3"/>
              </a:rPr>
              <a:t>https://open.kattis.com/problems/jollyjumpers</a:t>
            </a:r>
            <a:r>
              <a:rPr lang="en-US" sz="2000"/>
              <a:t> </a:t>
            </a:r>
            <a:endParaRPr sz="2000"/>
          </a:p>
          <a:p>
            <a:pPr marL="914400" lvl="1" indent="-355600" algn="l" rtl="0">
              <a:spcBef>
                <a:spcPts val="0"/>
              </a:spcBef>
              <a:spcAft>
                <a:spcPts val="0"/>
              </a:spcAft>
              <a:buSzPts val="2000"/>
              <a:buChar char="•"/>
            </a:pPr>
            <a:r>
              <a:rPr lang="en-US" sz="2000"/>
              <a:t>b. 2D Array Manipulation, Easier</a:t>
            </a:r>
            <a:endParaRPr sz="2000"/>
          </a:p>
          <a:p>
            <a:pPr marL="914400" lvl="1" indent="-355600" algn="l" rtl="0">
              <a:spcBef>
                <a:spcPts val="0"/>
              </a:spcBef>
              <a:spcAft>
                <a:spcPts val="0"/>
              </a:spcAft>
              <a:buSzPts val="2000"/>
              <a:buChar char="•"/>
            </a:pPr>
            <a:r>
              <a:rPr lang="en-US" sz="2000" u="sng">
                <a:solidFill>
                  <a:schemeClr val="hlink"/>
                </a:solidFill>
                <a:hlinkClick r:id="rId4"/>
              </a:rPr>
              <a:t>https://open.kattis.com/problems/epigdanceoff</a:t>
            </a:r>
            <a:r>
              <a:rPr lang="en-US" sz="2000"/>
              <a:t> </a:t>
            </a:r>
            <a:endParaRPr sz="2000"/>
          </a:p>
          <a:p>
            <a:pPr marL="914400" lvl="1" indent="-355600" algn="l" rtl="0">
              <a:spcBef>
                <a:spcPts val="0"/>
              </a:spcBef>
              <a:spcAft>
                <a:spcPts val="0"/>
              </a:spcAft>
              <a:buSzPts val="2000"/>
              <a:buChar char="•"/>
            </a:pPr>
            <a:r>
              <a:rPr lang="en-US" sz="2000"/>
              <a:t>j. Stack</a:t>
            </a:r>
            <a:endParaRPr sz="2000"/>
          </a:p>
          <a:p>
            <a:pPr marL="1371600" lvl="2" indent="-355600" algn="l" rtl="0">
              <a:spcBef>
                <a:spcPts val="0"/>
              </a:spcBef>
              <a:spcAft>
                <a:spcPts val="0"/>
              </a:spcAft>
              <a:buSzPts val="2000"/>
              <a:buChar char="•"/>
            </a:pPr>
            <a:r>
              <a:rPr lang="en-US" sz="2000" u="sng">
                <a:solidFill>
                  <a:schemeClr val="hlink"/>
                </a:solidFill>
                <a:hlinkClick r:id="rId5"/>
              </a:rPr>
              <a:t>https://open.kattis.com/problems/pairingsocks</a:t>
            </a:r>
            <a:r>
              <a:rPr lang="en-US" sz="2000"/>
              <a:t> </a:t>
            </a:r>
            <a:endParaRPr sz="2000"/>
          </a:p>
          <a:p>
            <a:pPr marL="914400" lvl="1" indent="-355600" algn="l" rtl="0">
              <a:spcBef>
                <a:spcPts val="0"/>
              </a:spcBef>
              <a:spcAft>
                <a:spcPts val="0"/>
              </a:spcAft>
              <a:buSzPts val="2000"/>
              <a:buChar char="•"/>
            </a:pPr>
            <a:r>
              <a:rPr lang="en-US" sz="2000"/>
              <a:t>l. List/Queue/Deque</a:t>
            </a:r>
            <a:endParaRPr sz="2000"/>
          </a:p>
          <a:p>
            <a:pPr marL="1371600" lvl="2" indent="-355600" algn="l" rtl="0">
              <a:spcBef>
                <a:spcPts val="0"/>
              </a:spcBef>
              <a:spcAft>
                <a:spcPts val="0"/>
              </a:spcAft>
              <a:buSzPts val="2000"/>
              <a:buChar char="•"/>
            </a:pPr>
            <a:r>
              <a:rPr lang="en-US" sz="2000" u="sng">
                <a:solidFill>
                  <a:schemeClr val="hlink"/>
                </a:solidFill>
                <a:hlinkClick r:id="rId6"/>
              </a:rPr>
              <a:t>https://open.kattis.com/problems/integerlists</a:t>
            </a:r>
            <a:r>
              <a:rPr lang="en-US" sz="2000"/>
              <a:t> </a:t>
            </a:r>
            <a:endParaRPr sz="2000"/>
          </a:p>
          <a:p>
            <a:pPr marL="457200" lvl="0" indent="-355600" algn="l" rtl="0">
              <a:spcBef>
                <a:spcPts val="0"/>
              </a:spcBef>
              <a:spcAft>
                <a:spcPts val="0"/>
              </a:spcAft>
              <a:buSzPts val="2000"/>
              <a:buChar char="•"/>
            </a:pPr>
            <a:r>
              <a:rPr lang="en-US" sz="2000"/>
              <a:t>2.3</a:t>
            </a:r>
            <a:endParaRPr sz="2000"/>
          </a:p>
          <a:p>
            <a:pPr marL="914400" lvl="1" indent="-355600" algn="l" rtl="0">
              <a:spcBef>
                <a:spcPts val="0"/>
              </a:spcBef>
              <a:spcAft>
                <a:spcPts val="0"/>
              </a:spcAft>
              <a:buSzPts val="2000"/>
              <a:buChar char="•"/>
            </a:pPr>
            <a:r>
              <a:rPr lang="en-US" sz="2000"/>
              <a:t>a Priority Queue</a:t>
            </a:r>
            <a:endParaRPr sz="2000"/>
          </a:p>
          <a:p>
            <a:pPr marL="1371600" lvl="2" indent="-355600" algn="l" rtl="0">
              <a:spcBef>
                <a:spcPts val="0"/>
              </a:spcBef>
              <a:spcAft>
                <a:spcPts val="0"/>
              </a:spcAft>
              <a:buSzPts val="2000"/>
              <a:buChar char="•"/>
            </a:pPr>
            <a:r>
              <a:rPr lang="en-US" sz="2000" u="sng">
                <a:solidFill>
                  <a:schemeClr val="hlink"/>
                </a:solidFill>
                <a:hlinkClick r:id="rId7"/>
              </a:rPr>
              <a:t>https://open.kattis.com/problems/stockprices</a:t>
            </a:r>
            <a:r>
              <a:rPr lang="en-US" sz="2000"/>
              <a:t> </a:t>
            </a:r>
            <a:endParaRPr sz="2000"/>
          </a:p>
          <a:p>
            <a:pPr marL="914400" lvl="1" indent="-355600" algn="l" rtl="0">
              <a:spcBef>
                <a:spcPts val="0"/>
              </a:spcBef>
              <a:spcAft>
                <a:spcPts val="0"/>
              </a:spcAft>
              <a:buSzPts val="2000"/>
              <a:buChar char="•"/>
            </a:pPr>
            <a:r>
              <a:rPr lang="en-US" sz="2000"/>
              <a:t>d. Hash Table (set)</a:t>
            </a:r>
            <a:endParaRPr sz="2000"/>
          </a:p>
          <a:p>
            <a:pPr marL="1371600" lvl="2" indent="-355600" algn="l" rtl="0">
              <a:spcBef>
                <a:spcPts val="0"/>
              </a:spcBef>
              <a:spcAft>
                <a:spcPts val="0"/>
              </a:spcAft>
              <a:buSzPts val="2000"/>
              <a:buChar char="•"/>
            </a:pPr>
            <a:r>
              <a:rPr lang="en-US" sz="2000" u="sng">
                <a:solidFill>
                  <a:schemeClr val="hlink"/>
                </a:solidFill>
                <a:hlinkClick r:id="rId8"/>
              </a:rPr>
              <a:t>https://open.kattis.com/problems/esej</a:t>
            </a:r>
            <a:r>
              <a:rPr lang="en-US" sz="2000"/>
              <a:t> </a:t>
            </a:r>
            <a:endParaRPr sz="2000"/>
          </a:p>
          <a:p>
            <a:pPr marL="1371600" lvl="2" indent="-355600" algn="l" rtl="0">
              <a:spcBef>
                <a:spcPts val="0"/>
              </a:spcBef>
              <a:spcAft>
                <a:spcPts val="0"/>
              </a:spcAft>
              <a:buSzPts val="2000"/>
              <a:buChar char="•"/>
            </a:pPr>
            <a:r>
              <a:rPr lang="en-US" sz="2000" u="sng">
                <a:solidFill>
                  <a:schemeClr val="hlink"/>
                </a:solidFill>
                <a:hlinkClick r:id="rId9"/>
              </a:rPr>
              <a:t>https://open.kattis.com/problems/shiritori</a:t>
            </a:r>
            <a:r>
              <a:rPr lang="en-US" sz="2000"/>
              <a:t> </a:t>
            </a:r>
            <a:endParaRPr sz="2000"/>
          </a:p>
          <a:p>
            <a:pPr marL="914400" lvl="1" indent="-355600" algn="l" rtl="0">
              <a:spcBef>
                <a:spcPts val="0"/>
              </a:spcBef>
              <a:spcAft>
                <a:spcPts val="0"/>
              </a:spcAft>
              <a:buSzPts val="2000"/>
              <a:buChar char="•"/>
            </a:pPr>
            <a:r>
              <a:rPr lang="en-US" sz="2000"/>
              <a:t>e. Hash Table (map), Easier</a:t>
            </a:r>
            <a:endParaRPr sz="2000"/>
          </a:p>
          <a:p>
            <a:pPr marL="1371600" lvl="2" indent="-355600" algn="l" rtl="0">
              <a:spcBef>
                <a:spcPts val="0"/>
              </a:spcBef>
              <a:spcAft>
                <a:spcPts val="0"/>
              </a:spcAft>
              <a:buSzPts val="2000"/>
              <a:buChar char="•"/>
            </a:pPr>
            <a:r>
              <a:rPr lang="en-US" sz="2000" u="sng">
                <a:solidFill>
                  <a:schemeClr val="hlink"/>
                </a:solidFill>
                <a:hlinkClick r:id="rId10"/>
              </a:rPr>
              <a:t>https://open.kattis.com/problems/recount</a:t>
            </a:r>
            <a:r>
              <a:rPr lang="en-US" sz="2000"/>
              <a:t> </a:t>
            </a:r>
            <a:endParaRPr sz="2000"/>
          </a:p>
          <a:p>
            <a:pPr marL="457200" lvl="0" indent="-355600" algn="l" rtl="0">
              <a:spcBef>
                <a:spcPts val="0"/>
              </a:spcBef>
              <a:spcAft>
                <a:spcPts val="0"/>
              </a:spcAft>
              <a:buSzPts val="2000"/>
              <a:buChar char="•"/>
            </a:pPr>
            <a:r>
              <a:rPr lang="en-US" sz="2000"/>
              <a:t>Other Special Stack-Based Problem</a:t>
            </a:r>
            <a:endParaRPr sz="2000"/>
          </a:p>
          <a:p>
            <a:pPr marL="914400" lvl="1" indent="-355600" algn="l" rtl="0">
              <a:spcBef>
                <a:spcPts val="0"/>
              </a:spcBef>
              <a:spcAft>
                <a:spcPts val="0"/>
              </a:spcAft>
              <a:buSzPts val="2000"/>
              <a:buChar char="•"/>
            </a:pPr>
            <a:r>
              <a:rPr lang="en-US" sz="2000" u="sng">
                <a:solidFill>
                  <a:schemeClr val="hlink"/>
                </a:solidFill>
                <a:hlinkClick r:id="rId11"/>
              </a:rPr>
              <a:t>https://open.kattis.com/problems/bracketmatching</a:t>
            </a:r>
            <a:r>
              <a:rPr lang="en-US" sz="2000"/>
              <a:t> </a:t>
            </a:r>
            <a:endParaRPr sz="200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g37c4946a550_0_194"/>
          <p:cNvSpPr txBox="1">
            <a:spLocks noGrp="1"/>
          </p:cNvSpPr>
          <p:nvPr>
            <p:ph type="title"/>
          </p:nvPr>
        </p:nvSpPr>
        <p:spPr>
          <a:xfrm>
            <a:off x="2231136" y="228421"/>
            <a:ext cx="7729800" cy="662100"/>
          </a:xfrm>
          <a:prstGeom prst="rect">
            <a:avLst/>
          </a:prstGeom>
          <a:solidFill>
            <a:srgbClr val="FFFFFF"/>
          </a:solidFill>
          <a:ln w="31750" cap="sq" cmpd="sng">
            <a:solidFill>
              <a:srgbClr val="404040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182875" tIns="182875" rIns="182875" bIns="182875" anchor="ctr" anchorCtr="0">
            <a:normAutofit fontScale="90000"/>
          </a:bodyPr>
          <a:lstStyle/>
          <a:p>
            <a:pPr marL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262626"/>
              </a:buClr>
              <a:buSzPct val="100000"/>
              <a:buFont typeface="Gill Sans"/>
              <a:buNone/>
            </a:pPr>
            <a:r>
              <a:rPr lang="en-US"/>
              <a:t>Template</a:t>
            </a:r>
            <a:endParaRPr/>
          </a:p>
        </p:txBody>
      </p:sp>
      <p:sp>
        <p:nvSpPr>
          <p:cNvPr id="224" name="Google Shape;224;g37c4946a550_0_194"/>
          <p:cNvSpPr txBox="1">
            <a:spLocks noGrp="1"/>
          </p:cNvSpPr>
          <p:nvPr>
            <p:ph type="body" idx="1"/>
          </p:nvPr>
        </p:nvSpPr>
        <p:spPr>
          <a:xfrm>
            <a:off x="494675" y="1096825"/>
            <a:ext cx="11231400" cy="331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457200" lvl="0" indent="-355600" algn="l" rtl="0">
              <a:spcBef>
                <a:spcPts val="0"/>
              </a:spcBef>
              <a:spcAft>
                <a:spcPts val="0"/>
              </a:spcAft>
              <a:buSzPts val="2000"/>
              <a:buChar char="•"/>
            </a:pPr>
            <a:r>
              <a:rPr lang="en-US" sz="2000"/>
              <a:t>Template</a:t>
            </a:r>
            <a:endParaRPr sz="200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name="Parcel">
  <a:themeElements>
    <a:clrScheme name="Parcel">
      <a:dk1>
        <a:srgbClr val="000000"/>
      </a:dk1>
      <a:lt1>
        <a:srgbClr val="FFFFFF"/>
      </a:lt1>
      <a:dk2>
        <a:srgbClr val="4A5356"/>
      </a:dk2>
      <a:lt2>
        <a:srgbClr val="E8E3CE"/>
      </a:lt2>
      <a:accent1>
        <a:srgbClr val="F6A21D"/>
      </a:accent1>
      <a:accent2>
        <a:srgbClr val="9BAFB5"/>
      </a:accent2>
      <a:accent3>
        <a:srgbClr val="C96731"/>
      </a:accent3>
      <a:accent4>
        <a:srgbClr val="9CA383"/>
      </a:accent4>
      <a:accent5>
        <a:srgbClr val="87795D"/>
      </a:accent5>
      <a:accent6>
        <a:srgbClr val="A0988C"/>
      </a:accent6>
      <a:hlink>
        <a:srgbClr val="00B0F0"/>
      </a:hlink>
      <a:folHlink>
        <a:srgbClr val="738F9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Parcel">
  <a:themeElements>
    <a:clrScheme name="Parcel">
      <a:dk1>
        <a:srgbClr val="000000"/>
      </a:dk1>
      <a:lt1>
        <a:srgbClr val="FFFFFF"/>
      </a:lt1>
      <a:dk2>
        <a:srgbClr val="4A5356"/>
      </a:dk2>
      <a:lt2>
        <a:srgbClr val="E8E3CE"/>
      </a:lt2>
      <a:accent1>
        <a:srgbClr val="F6A21D"/>
      </a:accent1>
      <a:accent2>
        <a:srgbClr val="9BAFB5"/>
      </a:accent2>
      <a:accent3>
        <a:srgbClr val="C96731"/>
      </a:accent3>
      <a:accent4>
        <a:srgbClr val="9CA383"/>
      </a:accent4>
      <a:accent5>
        <a:srgbClr val="87795D"/>
      </a:accent5>
      <a:accent6>
        <a:srgbClr val="A0988C"/>
      </a:accent6>
      <a:hlink>
        <a:srgbClr val="00B0F0"/>
      </a:hlink>
      <a:folHlink>
        <a:srgbClr val="738F9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327</TotalTime>
  <Words>2590</Words>
  <Application>Microsoft Macintosh PowerPoint</Application>
  <PresentationFormat>Widescreen</PresentationFormat>
  <Paragraphs>345</Paragraphs>
  <Slides>24</Slides>
  <Notes>24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2</vt:i4>
      </vt:variant>
      <vt:variant>
        <vt:lpstr>Slide Titles</vt:lpstr>
      </vt:variant>
      <vt:variant>
        <vt:i4>24</vt:i4>
      </vt:variant>
    </vt:vector>
  </HeadingPairs>
  <TitlesOfParts>
    <vt:vector size="28" baseType="lpstr">
      <vt:lpstr>Gill Sans</vt:lpstr>
      <vt:lpstr>Arial</vt:lpstr>
      <vt:lpstr>Parcel</vt:lpstr>
      <vt:lpstr>Parcel</vt:lpstr>
      <vt:lpstr>ICPC Bootcamp</vt:lpstr>
      <vt:lpstr>Ryan Pelchat</vt:lpstr>
      <vt:lpstr>What is ICPC</vt:lpstr>
      <vt:lpstr>Format</vt:lpstr>
      <vt:lpstr>Roadmap for this Week Day 1</vt:lpstr>
      <vt:lpstr>Roadmap for this Week Day 2</vt:lpstr>
      <vt:lpstr>Roadmap for this Week Day 3</vt:lpstr>
      <vt:lpstr>Roadmap for this Week Day 4</vt:lpstr>
      <vt:lpstr>Roadmap for this Week Day 5</vt:lpstr>
      <vt:lpstr>Resources</vt:lpstr>
      <vt:lpstr>How to be successful in ICPC</vt:lpstr>
      <vt:lpstr>Example Strategy</vt:lpstr>
      <vt:lpstr>Let’s get to know each other!</vt:lpstr>
      <vt:lpstr>Template</vt:lpstr>
      <vt:lpstr>1.3.3 Introduction to Algorithm Analysis</vt:lpstr>
      <vt:lpstr>1.3.3 Introduction to Algorithm Analysis</vt:lpstr>
      <vt:lpstr>1.3.3 Introduction to Algorithm Analysis</vt:lpstr>
      <vt:lpstr>2.2.1 Array</vt:lpstr>
      <vt:lpstr>2.2.5 Linked Data Structures (overview)</vt:lpstr>
      <vt:lpstr>2.2.6 Special Stack-based Problems</vt:lpstr>
      <vt:lpstr>2.3.1 Binary Heap (Priority Queue) </vt:lpstr>
      <vt:lpstr>2.3.2 Hash Table</vt:lpstr>
      <vt:lpstr>Suggested Homework</vt:lpstr>
      <vt:lpstr>Template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>Ryan Pelchat</dc:creator>
  <cp:lastModifiedBy>Ryan Pelchat</cp:lastModifiedBy>
  <cp:revision>7</cp:revision>
  <dcterms:created xsi:type="dcterms:W3CDTF">2025-09-06T15:13:09Z</dcterms:created>
  <dcterms:modified xsi:type="dcterms:W3CDTF">2026-08-15T14:28:13Z</dcterms:modified>
</cp:coreProperties>
</file>